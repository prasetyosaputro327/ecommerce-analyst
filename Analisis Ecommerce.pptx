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6"/>
  </p:notesMasterIdLst>
  <p:sldIdLst>
    <p:sldId id="256" r:id="rId2"/>
    <p:sldId id="259" r:id="rId3"/>
    <p:sldId id="258" r:id="rId4"/>
    <p:sldId id="262" r:id="rId5"/>
    <p:sldId id="261" r:id="rId6"/>
    <p:sldId id="299" r:id="rId7"/>
    <p:sldId id="300" r:id="rId8"/>
    <p:sldId id="301" r:id="rId9"/>
    <p:sldId id="302" r:id="rId10"/>
    <p:sldId id="303" r:id="rId11"/>
    <p:sldId id="304" r:id="rId12"/>
    <p:sldId id="266" r:id="rId13"/>
    <p:sldId id="305" r:id="rId14"/>
    <p:sldId id="269" r:id="rId15"/>
  </p:sldIdLst>
  <p:sldSz cx="9144000" cy="5143500" type="screen16x9"/>
  <p:notesSz cx="6858000" cy="9144000"/>
  <p:embeddedFontLst>
    <p:embeddedFont>
      <p:font typeface="Funnel Display" panose="020B0604020202020204" charset="0"/>
      <p:regular r:id="rId17"/>
      <p:bold r:id="rId18"/>
    </p:embeddedFont>
    <p:embeddedFont>
      <p:font typeface="Lato" panose="020F0502020204030203" pitchFamily="34" charset="0"/>
      <p:regular r:id="rId19"/>
      <p:bold r:id="rId20"/>
      <p:italic r:id="rId21"/>
      <p:boldItalic r:id="rId22"/>
    </p:embeddedFont>
    <p:embeddedFont>
      <p:font typeface="Lexend Deca" panose="020B0604020202020204" charset="0"/>
      <p:regular r:id="rId23"/>
      <p:bold r:id="rId24"/>
    </p:embeddedFont>
    <p:embeddedFont>
      <p:font typeface="Raleway Medium" pitchFamily="2" charset="0"/>
      <p:regular r:id="rId25"/>
      <p:bold r:id="rId26"/>
      <p:italic r:id="rId27"/>
      <p:boldItalic r:id="rId28"/>
    </p:embeddedFont>
    <p:embeddedFont>
      <p:font typeface="Syne"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311">
          <p15:clr>
            <a:srgbClr val="747775"/>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E44E95-0AF6-4B93-B0A8-A5AA499CB2B1}">
  <a:tblStyle styleId="{CBE44E95-0AF6-4B93-B0A8-A5AA499CB2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pos="5311"/>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e427a18be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e427a18be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3a78393d0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3a78393d0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af5f55f87b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af5f55f87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af5f55f87b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af5f55f87b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09cd798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409cd798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af5f55f87b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af5f55f87b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D900767D-1C1C-893E-DFBD-AC7DD8EAE74E}"/>
            </a:ext>
          </a:extLst>
        </p:cNvPr>
        <p:cNvGrpSpPr/>
        <p:nvPr/>
      </p:nvGrpSpPr>
      <p:grpSpPr>
        <a:xfrm>
          <a:off x="0" y="0"/>
          <a:ext cx="0" cy="0"/>
          <a:chOff x="0" y="0"/>
          <a:chExt cx="0" cy="0"/>
        </a:xfrm>
      </p:grpSpPr>
      <p:sp>
        <p:nvSpPr>
          <p:cNvPr id="270" name="Google Shape;270;gaf5f55f87b_0_132:notes">
            <a:extLst>
              <a:ext uri="{FF2B5EF4-FFF2-40B4-BE49-F238E27FC236}">
                <a16:creationId xmlns:a16="http://schemas.microsoft.com/office/drawing/2014/main" id="{BD254D57-9EDE-B431-35B1-A6A249D934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af5f55f87b_0_132:notes">
            <a:extLst>
              <a:ext uri="{FF2B5EF4-FFF2-40B4-BE49-F238E27FC236}">
                <a16:creationId xmlns:a16="http://schemas.microsoft.com/office/drawing/2014/main" id="{DBA3C5CC-04D0-2101-F00B-A1FED12055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4860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af5f55f87b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af5f55f87b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0"/>
            <a:ext cx="4548600" cy="5143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Medium"/>
              <a:ea typeface="Raleway Medium"/>
              <a:cs typeface="Raleway Medium"/>
              <a:sym typeface="Raleway Medium"/>
            </a:endParaRPr>
          </a:p>
        </p:txBody>
      </p:sp>
      <p:sp>
        <p:nvSpPr>
          <p:cNvPr id="10" name="Google Shape;10;p2"/>
          <p:cNvSpPr txBox="1">
            <a:spLocks noGrp="1"/>
          </p:cNvSpPr>
          <p:nvPr>
            <p:ph type="ctrTitle"/>
          </p:nvPr>
        </p:nvSpPr>
        <p:spPr>
          <a:xfrm>
            <a:off x="720000" y="2627300"/>
            <a:ext cx="3624600" cy="1976700"/>
          </a:xfrm>
          <a:prstGeom prst="rect">
            <a:avLst/>
          </a:prstGeom>
          <a:noFill/>
        </p:spPr>
        <p:txBody>
          <a:bodyPr spcFirstLastPara="1" wrap="square" lIns="0" tIns="0" rIns="0" bIns="0" anchor="b" anchorCtr="0">
            <a:noAutofit/>
          </a:bodyPr>
          <a:lstStyle>
            <a:lvl1pPr lvl="0" rtl="0">
              <a:lnSpc>
                <a:spcPct val="90000"/>
              </a:lnSpc>
              <a:spcBef>
                <a:spcPts val="0"/>
              </a:spcBef>
              <a:spcAft>
                <a:spcPts val="0"/>
              </a:spcAft>
              <a:buSzPts val="4800"/>
              <a:buNone/>
              <a:defRPr sz="38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853400" y="4292850"/>
            <a:ext cx="3288000" cy="311100"/>
          </a:xfrm>
          <a:prstGeom prst="rect">
            <a:avLst/>
          </a:prstGeom>
        </p:spPr>
        <p:txBody>
          <a:bodyPr spcFirstLastPara="1" wrap="square" lIns="0" tIns="0" rIns="0" bIns="0" anchor="b" anchorCtr="0">
            <a:noAutofit/>
          </a:bodyPr>
          <a:lstStyle>
            <a:lvl1pPr lvl="0" rtl="0">
              <a:lnSpc>
                <a:spcPct val="100000"/>
              </a:lnSpc>
              <a:spcBef>
                <a:spcPts val="0"/>
              </a:spcBef>
              <a:spcAft>
                <a:spcPts val="0"/>
              </a:spcAft>
              <a:buSzPts val="1700"/>
              <a:buNone/>
              <a:defRPr/>
            </a:lvl1pPr>
            <a:lvl2pPr lvl="1" algn="ctr" rtl="0">
              <a:lnSpc>
                <a:spcPct val="100000"/>
              </a:lnSpc>
              <a:spcBef>
                <a:spcPts val="0"/>
              </a:spcBef>
              <a:spcAft>
                <a:spcPts val="0"/>
              </a:spcAft>
              <a:buSzPts val="2400"/>
              <a:buFont typeface="Lato"/>
              <a:buNone/>
              <a:defRPr sz="2400">
                <a:latin typeface="Lato"/>
                <a:ea typeface="Lato"/>
                <a:cs typeface="Lato"/>
                <a:sym typeface="Lato"/>
              </a:defRPr>
            </a:lvl2pPr>
            <a:lvl3pPr lvl="2" algn="ctr" rtl="0">
              <a:lnSpc>
                <a:spcPct val="100000"/>
              </a:lnSpc>
              <a:spcBef>
                <a:spcPts val="0"/>
              </a:spcBef>
              <a:spcAft>
                <a:spcPts val="0"/>
              </a:spcAft>
              <a:buSzPts val="2400"/>
              <a:buFont typeface="Lato"/>
              <a:buNone/>
              <a:defRPr sz="2400">
                <a:latin typeface="Lato"/>
                <a:ea typeface="Lato"/>
                <a:cs typeface="Lato"/>
                <a:sym typeface="Lato"/>
              </a:defRPr>
            </a:lvl3pPr>
            <a:lvl4pPr lvl="3" algn="ctr" rtl="0">
              <a:lnSpc>
                <a:spcPct val="100000"/>
              </a:lnSpc>
              <a:spcBef>
                <a:spcPts val="0"/>
              </a:spcBef>
              <a:spcAft>
                <a:spcPts val="0"/>
              </a:spcAft>
              <a:buSzPts val="2400"/>
              <a:buFont typeface="Lato"/>
              <a:buNone/>
              <a:defRPr sz="2400">
                <a:latin typeface="Lato"/>
                <a:ea typeface="Lato"/>
                <a:cs typeface="Lato"/>
                <a:sym typeface="Lato"/>
              </a:defRPr>
            </a:lvl4pPr>
            <a:lvl5pPr lvl="4" algn="ctr" rtl="0">
              <a:lnSpc>
                <a:spcPct val="100000"/>
              </a:lnSpc>
              <a:spcBef>
                <a:spcPts val="0"/>
              </a:spcBef>
              <a:spcAft>
                <a:spcPts val="0"/>
              </a:spcAft>
              <a:buSzPts val="2400"/>
              <a:buFont typeface="Lato"/>
              <a:buNone/>
              <a:defRPr sz="2400">
                <a:latin typeface="Lato"/>
                <a:ea typeface="Lato"/>
                <a:cs typeface="Lato"/>
                <a:sym typeface="Lato"/>
              </a:defRPr>
            </a:lvl5pPr>
            <a:lvl6pPr lvl="5" algn="ctr" rtl="0">
              <a:lnSpc>
                <a:spcPct val="100000"/>
              </a:lnSpc>
              <a:spcBef>
                <a:spcPts val="0"/>
              </a:spcBef>
              <a:spcAft>
                <a:spcPts val="0"/>
              </a:spcAft>
              <a:buSzPts val="2400"/>
              <a:buFont typeface="Lato"/>
              <a:buNone/>
              <a:defRPr sz="2400">
                <a:latin typeface="Lato"/>
                <a:ea typeface="Lato"/>
                <a:cs typeface="Lato"/>
                <a:sym typeface="Lato"/>
              </a:defRPr>
            </a:lvl6pPr>
            <a:lvl7pPr lvl="6" algn="ctr" rtl="0">
              <a:lnSpc>
                <a:spcPct val="100000"/>
              </a:lnSpc>
              <a:spcBef>
                <a:spcPts val="0"/>
              </a:spcBef>
              <a:spcAft>
                <a:spcPts val="0"/>
              </a:spcAft>
              <a:buSzPts val="2400"/>
              <a:buFont typeface="Lato"/>
              <a:buNone/>
              <a:defRPr sz="2400">
                <a:latin typeface="Lato"/>
                <a:ea typeface="Lato"/>
                <a:cs typeface="Lato"/>
                <a:sym typeface="Lato"/>
              </a:defRPr>
            </a:lvl7pPr>
            <a:lvl8pPr lvl="7" algn="ctr" rtl="0">
              <a:lnSpc>
                <a:spcPct val="100000"/>
              </a:lnSpc>
              <a:spcBef>
                <a:spcPts val="0"/>
              </a:spcBef>
              <a:spcAft>
                <a:spcPts val="0"/>
              </a:spcAft>
              <a:buSzPts val="2400"/>
              <a:buFont typeface="Lato"/>
              <a:buNone/>
              <a:defRPr sz="2400">
                <a:latin typeface="Lato"/>
                <a:ea typeface="Lato"/>
                <a:cs typeface="Lato"/>
                <a:sym typeface="Lato"/>
              </a:defRPr>
            </a:lvl8pPr>
            <a:lvl9pPr lvl="8" algn="ctr" rtl="0">
              <a:lnSpc>
                <a:spcPct val="100000"/>
              </a:lnSpc>
              <a:spcBef>
                <a:spcPts val="0"/>
              </a:spcBef>
              <a:spcAft>
                <a:spcPts val="0"/>
              </a:spcAft>
              <a:buSzPts val="2400"/>
              <a:buFont typeface="Lato"/>
              <a:buNone/>
              <a:defRPr sz="2400">
                <a:latin typeface="Lato"/>
                <a:ea typeface="Lato"/>
                <a:cs typeface="Lato"/>
                <a:sym typeface="Lato"/>
              </a:defRPr>
            </a:lvl9pPr>
          </a:lstStyle>
          <a:p>
            <a:endParaRPr/>
          </a:p>
        </p:txBody>
      </p:sp>
      <p:sp>
        <p:nvSpPr>
          <p:cNvPr id="12" name="Google Shape;12;p2"/>
          <p:cNvSpPr>
            <a:spLocks noGrp="1"/>
          </p:cNvSpPr>
          <p:nvPr>
            <p:ph type="pic" idx="2"/>
          </p:nvPr>
        </p:nvSpPr>
        <p:spPr>
          <a:xfrm>
            <a:off x="4548600" y="0"/>
            <a:ext cx="4595400" cy="38583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608825" y="539500"/>
            <a:ext cx="3671400" cy="680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7"/>
          <p:cNvSpPr txBox="1">
            <a:spLocks noGrp="1"/>
          </p:cNvSpPr>
          <p:nvPr>
            <p:ph type="subTitle" idx="1"/>
          </p:nvPr>
        </p:nvSpPr>
        <p:spPr>
          <a:xfrm>
            <a:off x="3608825" y="1313475"/>
            <a:ext cx="4453200" cy="3295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400"/>
              <a:buChar char="■"/>
              <a:defRPr sz="1600"/>
            </a:lvl1pPr>
            <a:lvl2pPr lvl="1" rtl="0">
              <a:lnSpc>
                <a:spcPct val="100000"/>
              </a:lnSpc>
              <a:spcBef>
                <a:spcPts val="16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5466600" y="535150"/>
            <a:ext cx="2964600" cy="589500"/>
          </a:xfrm>
          <a:prstGeom prst="rect">
            <a:avLst/>
          </a:prstGeom>
        </p:spPr>
        <p:txBody>
          <a:bodyPr spcFirstLastPara="1" wrap="square" lIns="0" tIns="0" rIns="0" bIns="0" anchor="t" anchorCtr="0">
            <a:noAutofit/>
          </a:bodyPr>
          <a:lstStyle>
            <a:lvl1pPr lvl="0" algn="r" rtl="0">
              <a:lnSpc>
                <a:spcPct val="100000"/>
              </a:lnSpc>
              <a:spcBef>
                <a:spcPts val="0"/>
              </a:spcBef>
              <a:spcAft>
                <a:spcPts val="0"/>
              </a:spcAft>
              <a:buClr>
                <a:schemeClr val="lt1"/>
              </a:buClr>
              <a:buSzPts val="4200"/>
              <a:buNone/>
              <a:defRPr/>
            </a:lvl1pPr>
            <a:lvl2pPr lvl="1" rtl="0">
              <a:spcBef>
                <a:spcPts val="0"/>
              </a:spcBef>
              <a:spcAft>
                <a:spcPts val="0"/>
              </a:spcAft>
              <a:buClr>
                <a:schemeClr val="lt1"/>
              </a:buClr>
              <a:buSzPts val="3800"/>
              <a:buNone/>
              <a:defRPr sz="3800">
                <a:solidFill>
                  <a:schemeClr val="lt1"/>
                </a:solidFill>
              </a:defRPr>
            </a:lvl2pPr>
            <a:lvl3pPr lvl="2" rtl="0">
              <a:spcBef>
                <a:spcPts val="0"/>
              </a:spcBef>
              <a:spcAft>
                <a:spcPts val="0"/>
              </a:spcAft>
              <a:buClr>
                <a:schemeClr val="lt1"/>
              </a:buClr>
              <a:buSzPts val="3800"/>
              <a:buNone/>
              <a:defRPr sz="3800">
                <a:solidFill>
                  <a:schemeClr val="lt1"/>
                </a:solidFill>
              </a:defRPr>
            </a:lvl3pPr>
            <a:lvl4pPr lvl="3" rtl="0">
              <a:spcBef>
                <a:spcPts val="0"/>
              </a:spcBef>
              <a:spcAft>
                <a:spcPts val="0"/>
              </a:spcAft>
              <a:buClr>
                <a:schemeClr val="lt1"/>
              </a:buClr>
              <a:buSzPts val="3800"/>
              <a:buNone/>
              <a:defRPr sz="3800">
                <a:solidFill>
                  <a:schemeClr val="lt1"/>
                </a:solidFill>
              </a:defRPr>
            </a:lvl4pPr>
            <a:lvl5pPr lvl="4" rtl="0">
              <a:spcBef>
                <a:spcPts val="0"/>
              </a:spcBef>
              <a:spcAft>
                <a:spcPts val="0"/>
              </a:spcAft>
              <a:buClr>
                <a:schemeClr val="lt1"/>
              </a:buClr>
              <a:buSzPts val="3800"/>
              <a:buNone/>
              <a:defRPr sz="3800">
                <a:solidFill>
                  <a:schemeClr val="lt1"/>
                </a:solidFill>
              </a:defRPr>
            </a:lvl5pPr>
            <a:lvl6pPr lvl="5" rtl="0">
              <a:spcBef>
                <a:spcPts val="0"/>
              </a:spcBef>
              <a:spcAft>
                <a:spcPts val="0"/>
              </a:spcAft>
              <a:buClr>
                <a:schemeClr val="lt1"/>
              </a:buClr>
              <a:buSzPts val="3800"/>
              <a:buNone/>
              <a:defRPr sz="3800">
                <a:solidFill>
                  <a:schemeClr val="lt1"/>
                </a:solidFill>
              </a:defRPr>
            </a:lvl6pPr>
            <a:lvl7pPr lvl="6" rtl="0">
              <a:spcBef>
                <a:spcPts val="0"/>
              </a:spcBef>
              <a:spcAft>
                <a:spcPts val="0"/>
              </a:spcAft>
              <a:buClr>
                <a:schemeClr val="lt1"/>
              </a:buClr>
              <a:buSzPts val="3800"/>
              <a:buNone/>
              <a:defRPr sz="3800">
                <a:solidFill>
                  <a:schemeClr val="lt1"/>
                </a:solidFill>
              </a:defRPr>
            </a:lvl7pPr>
            <a:lvl8pPr lvl="7" rtl="0">
              <a:spcBef>
                <a:spcPts val="0"/>
              </a:spcBef>
              <a:spcAft>
                <a:spcPts val="0"/>
              </a:spcAft>
              <a:buClr>
                <a:schemeClr val="lt1"/>
              </a:buClr>
              <a:buSzPts val="3800"/>
              <a:buNone/>
              <a:defRPr sz="3800">
                <a:solidFill>
                  <a:schemeClr val="lt1"/>
                </a:solidFill>
              </a:defRPr>
            </a:lvl8pPr>
            <a:lvl9pPr lvl="8" rtl="0">
              <a:spcBef>
                <a:spcPts val="0"/>
              </a:spcBef>
              <a:spcAft>
                <a:spcPts val="0"/>
              </a:spcAft>
              <a:buClr>
                <a:schemeClr val="lt1"/>
              </a:buClr>
              <a:buSzPts val="3800"/>
              <a:buNone/>
              <a:defRPr sz="3800">
                <a:solidFill>
                  <a:schemeClr val="lt1"/>
                </a:solidFill>
              </a:defRPr>
            </a:lvl9pPr>
          </a:lstStyle>
          <a:p>
            <a:endParaRPr/>
          </a:p>
        </p:txBody>
      </p:sp>
      <p:sp>
        <p:nvSpPr>
          <p:cNvPr id="42" name="Google Shape;42;p9"/>
          <p:cNvSpPr txBox="1">
            <a:spLocks noGrp="1"/>
          </p:cNvSpPr>
          <p:nvPr>
            <p:ph type="subTitle" idx="1"/>
          </p:nvPr>
        </p:nvSpPr>
        <p:spPr>
          <a:xfrm>
            <a:off x="5466600" y="1939225"/>
            <a:ext cx="2964600" cy="146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600"/>
              <a:buNone/>
              <a:defRPr/>
            </a:lvl1pPr>
            <a:lvl2pPr lvl="1">
              <a:lnSpc>
                <a:spcPct val="100000"/>
              </a:lnSpc>
              <a:spcBef>
                <a:spcPts val="160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a:endParaRPr/>
          </a:p>
        </p:txBody>
      </p:sp>
      <p:sp>
        <p:nvSpPr>
          <p:cNvPr id="43" name="Google Shape;43;p9"/>
          <p:cNvSpPr>
            <a:spLocks noGrp="1"/>
          </p:cNvSpPr>
          <p:nvPr>
            <p:ph type="pic" idx="2"/>
          </p:nvPr>
        </p:nvSpPr>
        <p:spPr>
          <a:xfrm flipH="1">
            <a:off x="-300" y="723550"/>
            <a:ext cx="4852800" cy="4419900"/>
          </a:xfrm>
          <a:prstGeom prst="rect">
            <a:avLst/>
          </a:prstGeom>
          <a:noFill/>
          <a:ln>
            <a:noFill/>
          </a:ln>
        </p:spPr>
      </p:sp>
      <p:cxnSp>
        <p:nvCxnSpPr>
          <p:cNvPr id="44" name="Google Shape;44;p9"/>
          <p:cNvCxnSpPr/>
          <p:nvPr/>
        </p:nvCxnSpPr>
        <p:spPr>
          <a:xfrm>
            <a:off x="74744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a:spLocks noGrp="1"/>
          </p:cNvSpPr>
          <p:nvPr>
            <p:ph type="pic" idx="2"/>
          </p:nvPr>
        </p:nvSpPr>
        <p:spPr>
          <a:xfrm>
            <a:off x="-7350" y="0"/>
            <a:ext cx="9199500" cy="5172900"/>
          </a:xfrm>
          <a:prstGeom prst="rect">
            <a:avLst/>
          </a:prstGeom>
          <a:noFill/>
          <a:ln>
            <a:noFill/>
          </a:ln>
        </p:spPr>
      </p:sp>
      <p:sp>
        <p:nvSpPr>
          <p:cNvPr id="47" name="Google Shape;47;p10"/>
          <p:cNvSpPr txBox="1">
            <a:spLocks noGrp="1"/>
          </p:cNvSpPr>
          <p:nvPr>
            <p:ph type="title"/>
          </p:nvPr>
        </p:nvSpPr>
        <p:spPr>
          <a:xfrm>
            <a:off x="713550" y="3788875"/>
            <a:ext cx="2999400" cy="819600"/>
          </a:xfrm>
          <a:prstGeom prst="rect">
            <a:avLst/>
          </a:prstGeom>
          <a:solidFill>
            <a:schemeClr val="dk1"/>
          </a:solidFill>
        </p:spPr>
        <p:txBody>
          <a:bodyPr spcFirstLastPara="1" wrap="square" lIns="0" tIns="0" rIns="0" bIns="0" anchor="ctr" anchorCtr="0">
            <a:noAutofit/>
          </a:bodyPr>
          <a:lstStyle>
            <a:lvl1pPr lvl="0" rtl="0">
              <a:lnSpc>
                <a:spcPct val="100000"/>
              </a:lnSpc>
              <a:spcBef>
                <a:spcPts val="0"/>
              </a:spcBef>
              <a:spcAft>
                <a:spcPts val="0"/>
              </a:spcAft>
              <a:buClr>
                <a:schemeClr val="lt1"/>
              </a:buClr>
              <a:buSzPts val="1800"/>
              <a:buNone/>
              <a:defRPr sz="2000">
                <a:solidFill>
                  <a:schemeClr val="lt1"/>
                </a:solidFill>
              </a:defRPr>
            </a:lvl1pPr>
            <a:lvl2pPr lvl="1" rtl="0">
              <a:lnSpc>
                <a:spcPct val="100000"/>
              </a:lnSpc>
              <a:spcBef>
                <a:spcPts val="0"/>
              </a:spcBef>
              <a:spcAft>
                <a:spcPts val="0"/>
              </a:spcAft>
              <a:buSzPts val="1500"/>
              <a:buNone/>
              <a:defRPr sz="1500"/>
            </a:lvl2pPr>
            <a:lvl3pPr lvl="2" rtl="0">
              <a:lnSpc>
                <a:spcPct val="100000"/>
              </a:lnSpc>
              <a:spcBef>
                <a:spcPts val="0"/>
              </a:spcBef>
              <a:spcAft>
                <a:spcPts val="0"/>
              </a:spcAft>
              <a:buSzPts val="1500"/>
              <a:buNone/>
              <a:defRPr sz="1500"/>
            </a:lvl3pPr>
            <a:lvl4pPr lvl="3" rtl="0">
              <a:lnSpc>
                <a:spcPct val="100000"/>
              </a:lnSpc>
              <a:spcBef>
                <a:spcPts val="0"/>
              </a:spcBef>
              <a:spcAft>
                <a:spcPts val="0"/>
              </a:spcAft>
              <a:buSzPts val="1500"/>
              <a:buNone/>
              <a:defRPr sz="1500"/>
            </a:lvl4pPr>
            <a:lvl5pPr lvl="4" rtl="0">
              <a:lnSpc>
                <a:spcPct val="100000"/>
              </a:lnSpc>
              <a:spcBef>
                <a:spcPts val="0"/>
              </a:spcBef>
              <a:spcAft>
                <a:spcPts val="0"/>
              </a:spcAft>
              <a:buSzPts val="1500"/>
              <a:buNone/>
              <a:defRPr sz="1500"/>
            </a:lvl5pPr>
            <a:lvl6pPr lvl="5" rtl="0">
              <a:lnSpc>
                <a:spcPct val="100000"/>
              </a:lnSpc>
              <a:spcBef>
                <a:spcPts val="0"/>
              </a:spcBef>
              <a:spcAft>
                <a:spcPts val="0"/>
              </a:spcAft>
              <a:buSzPts val="1500"/>
              <a:buNone/>
              <a:defRPr sz="1500"/>
            </a:lvl6pPr>
            <a:lvl7pPr lvl="6" rtl="0">
              <a:lnSpc>
                <a:spcPct val="100000"/>
              </a:lnSpc>
              <a:spcBef>
                <a:spcPts val="0"/>
              </a:spcBef>
              <a:spcAft>
                <a:spcPts val="0"/>
              </a:spcAft>
              <a:buSzPts val="1500"/>
              <a:buNone/>
              <a:defRPr sz="1500"/>
            </a:lvl7pPr>
            <a:lvl8pPr lvl="7" rtl="0">
              <a:lnSpc>
                <a:spcPct val="100000"/>
              </a:lnSpc>
              <a:spcBef>
                <a:spcPts val="0"/>
              </a:spcBef>
              <a:spcAft>
                <a:spcPts val="0"/>
              </a:spcAft>
              <a:buSzPts val="1500"/>
              <a:buNone/>
              <a:defRPr sz="1500"/>
            </a:lvl8pPr>
            <a:lvl9pPr lvl="8" rtl="0">
              <a:lnSpc>
                <a:spcPct val="100000"/>
              </a:lnSpc>
              <a:spcBef>
                <a:spcPts val="0"/>
              </a:spcBef>
              <a:spcAft>
                <a:spcPts val="0"/>
              </a:spcAft>
              <a:buSzPts val="1500"/>
              <a:buNone/>
              <a:defRPr sz="15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lt1"/>
        </a:solidFill>
        <a:effectLst/>
      </p:bgPr>
    </p:bg>
    <p:spTree>
      <p:nvGrpSpPr>
        <p:cNvPr id="1" name="Shape 54"/>
        <p:cNvGrpSpPr/>
        <p:nvPr/>
      </p:nvGrpSpPr>
      <p:grpSpPr>
        <a:xfrm>
          <a:off x="0" y="0"/>
          <a:ext cx="0" cy="0"/>
          <a:chOff x="0" y="0"/>
          <a:chExt cx="0" cy="0"/>
        </a:xfrm>
      </p:grpSpPr>
      <p:sp>
        <p:nvSpPr>
          <p:cNvPr id="55" name="Google Shape;55;p13"/>
          <p:cNvSpPr>
            <a:spLocks noGrp="1"/>
          </p:cNvSpPr>
          <p:nvPr>
            <p:ph type="pic" idx="2"/>
          </p:nvPr>
        </p:nvSpPr>
        <p:spPr>
          <a:xfrm>
            <a:off x="6511950" y="723550"/>
            <a:ext cx="2669700" cy="4419600"/>
          </a:xfrm>
          <a:prstGeom prst="rect">
            <a:avLst/>
          </a:prstGeom>
          <a:noFill/>
          <a:ln>
            <a:noFill/>
          </a:ln>
        </p:spPr>
      </p:sp>
      <p:sp>
        <p:nvSpPr>
          <p:cNvPr id="56" name="Google Shape;56;p13"/>
          <p:cNvSpPr txBox="1">
            <a:spLocks noGrp="1"/>
          </p:cNvSpPr>
          <p:nvPr>
            <p:ph type="subTitle" idx="1"/>
          </p:nvPr>
        </p:nvSpPr>
        <p:spPr>
          <a:xfrm>
            <a:off x="713475" y="1985700"/>
            <a:ext cx="2610600" cy="473700"/>
          </a:xfrm>
          <a:prstGeom prst="rect">
            <a:avLst/>
          </a:prstGeom>
        </p:spPr>
        <p:txBody>
          <a:bodyPr spcFirstLastPara="1" wrap="square" lIns="91425" tIns="91425" rIns="91425" bIns="274300"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57" name="Google Shape;57;p13"/>
          <p:cNvSpPr txBox="1">
            <a:spLocks noGrp="1"/>
          </p:cNvSpPr>
          <p:nvPr>
            <p:ph type="title" hasCustomPrompt="1"/>
          </p:nvPr>
        </p:nvSpPr>
        <p:spPr>
          <a:xfrm>
            <a:off x="713475" y="1290243"/>
            <a:ext cx="471900" cy="473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4700"/>
              <a:buNone/>
              <a:defRPr sz="1400"/>
            </a:lvl1pPr>
            <a:lvl2pPr lvl="1"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2pPr>
            <a:lvl3pPr lvl="2"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3pPr>
            <a:lvl4pPr lvl="3"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4pPr>
            <a:lvl5pPr lvl="4"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5pPr>
            <a:lvl6pPr lvl="5"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6pPr>
            <a:lvl7pPr lvl="6"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7pPr>
            <a:lvl8pPr lvl="7"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8pPr>
            <a:lvl9pPr lvl="8"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9pPr>
          </a:lstStyle>
          <a:p>
            <a:r>
              <a:t>xx%</a:t>
            </a:r>
          </a:p>
        </p:txBody>
      </p:sp>
      <p:sp>
        <p:nvSpPr>
          <p:cNvPr id="58" name="Google Shape;58;p13"/>
          <p:cNvSpPr txBox="1">
            <a:spLocks noGrp="1"/>
          </p:cNvSpPr>
          <p:nvPr>
            <p:ph type="ctrTitle" idx="3"/>
          </p:nvPr>
        </p:nvSpPr>
        <p:spPr>
          <a:xfrm>
            <a:off x="713475" y="1687575"/>
            <a:ext cx="26106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59" name="Google Shape;59;p13"/>
          <p:cNvSpPr txBox="1">
            <a:spLocks noGrp="1"/>
          </p:cNvSpPr>
          <p:nvPr>
            <p:ph type="title" idx="4"/>
          </p:nvPr>
        </p:nvSpPr>
        <p:spPr>
          <a:xfrm>
            <a:off x="713550" y="535150"/>
            <a:ext cx="5798400" cy="586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13"/>
          <p:cNvSpPr txBox="1">
            <a:spLocks noGrp="1"/>
          </p:cNvSpPr>
          <p:nvPr>
            <p:ph type="subTitle" idx="5"/>
          </p:nvPr>
        </p:nvSpPr>
        <p:spPr>
          <a:xfrm>
            <a:off x="713475" y="3322117"/>
            <a:ext cx="2610600" cy="47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61" name="Google Shape;61;p13"/>
          <p:cNvSpPr txBox="1">
            <a:spLocks noGrp="1"/>
          </p:cNvSpPr>
          <p:nvPr>
            <p:ph type="title" idx="6" hasCustomPrompt="1"/>
          </p:nvPr>
        </p:nvSpPr>
        <p:spPr>
          <a:xfrm>
            <a:off x="713475" y="2626660"/>
            <a:ext cx="471900" cy="473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4700"/>
              <a:buNone/>
              <a:defRPr sz="1400"/>
            </a:lvl1pPr>
            <a:lvl2pPr lvl="1"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2pPr>
            <a:lvl3pPr lvl="2"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3pPr>
            <a:lvl4pPr lvl="3"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4pPr>
            <a:lvl5pPr lvl="4"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5pPr>
            <a:lvl6pPr lvl="5"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6pPr>
            <a:lvl7pPr lvl="6"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7pPr>
            <a:lvl8pPr lvl="7"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8pPr>
            <a:lvl9pPr lvl="8"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9pPr>
          </a:lstStyle>
          <a:p>
            <a:r>
              <a:t>xx%</a:t>
            </a:r>
          </a:p>
        </p:txBody>
      </p:sp>
      <p:sp>
        <p:nvSpPr>
          <p:cNvPr id="62" name="Google Shape;62;p13"/>
          <p:cNvSpPr txBox="1">
            <a:spLocks noGrp="1"/>
          </p:cNvSpPr>
          <p:nvPr>
            <p:ph type="ctrTitle" idx="7"/>
          </p:nvPr>
        </p:nvSpPr>
        <p:spPr>
          <a:xfrm>
            <a:off x="713475" y="3023979"/>
            <a:ext cx="26106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63" name="Google Shape;63;p13"/>
          <p:cNvSpPr txBox="1">
            <a:spLocks noGrp="1"/>
          </p:cNvSpPr>
          <p:nvPr>
            <p:ph type="subTitle" idx="8"/>
          </p:nvPr>
        </p:nvSpPr>
        <p:spPr>
          <a:xfrm>
            <a:off x="3416200" y="1985708"/>
            <a:ext cx="2610600" cy="47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64" name="Google Shape;64;p13"/>
          <p:cNvSpPr txBox="1">
            <a:spLocks noGrp="1"/>
          </p:cNvSpPr>
          <p:nvPr>
            <p:ph type="title" idx="9" hasCustomPrompt="1"/>
          </p:nvPr>
        </p:nvSpPr>
        <p:spPr>
          <a:xfrm>
            <a:off x="3416200" y="1290252"/>
            <a:ext cx="471900" cy="473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4700"/>
              <a:buNone/>
              <a:defRPr sz="1400"/>
            </a:lvl1pPr>
            <a:lvl2pPr lvl="1"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2pPr>
            <a:lvl3pPr lvl="2"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3pPr>
            <a:lvl4pPr lvl="3"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4pPr>
            <a:lvl5pPr lvl="4"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5pPr>
            <a:lvl6pPr lvl="5"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6pPr>
            <a:lvl7pPr lvl="6"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7pPr>
            <a:lvl8pPr lvl="7"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8pPr>
            <a:lvl9pPr lvl="8"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9pPr>
          </a:lstStyle>
          <a:p>
            <a:r>
              <a:t>xx%</a:t>
            </a:r>
          </a:p>
        </p:txBody>
      </p:sp>
      <p:sp>
        <p:nvSpPr>
          <p:cNvPr id="65" name="Google Shape;65;p13"/>
          <p:cNvSpPr txBox="1">
            <a:spLocks noGrp="1"/>
          </p:cNvSpPr>
          <p:nvPr>
            <p:ph type="ctrTitle" idx="13"/>
          </p:nvPr>
        </p:nvSpPr>
        <p:spPr>
          <a:xfrm>
            <a:off x="3416200" y="1687575"/>
            <a:ext cx="26106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66" name="Google Shape;66;p13"/>
          <p:cNvSpPr txBox="1">
            <a:spLocks noGrp="1"/>
          </p:cNvSpPr>
          <p:nvPr>
            <p:ph type="subTitle" idx="14"/>
          </p:nvPr>
        </p:nvSpPr>
        <p:spPr>
          <a:xfrm>
            <a:off x="3416200" y="3322125"/>
            <a:ext cx="2610600" cy="47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67" name="Google Shape;67;p13"/>
          <p:cNvSpPr txBox="1">
            <a:spLocks noGrp="1"/>
          </p:cNvSpPr>
          <p:nvPr>
            <p:ph type="title" idx="15" hasCustomPrompt="1"/>
          </p:nvPr>
        </p:nvSpPr>
        <p:spPr>
          <a:xfrm>
            <a:off x="3416200" y="2626668"/>
            <a:ext cx="471900" cy="473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4700"/>
              <a:buNone/>
              <a:defRPr sz="1400"/>
            </a:lvl1pPr>
            <a:lvl2pPr lvl="1"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2pPr>
            <a:lvl3pPr lvl="2"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3pPr>
            <a:lvl4pPr lvl="3"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4pPr>
            <a:lvl5pPr lvl="4"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5pPr>
            <a:lvl6pPr lvl="5"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6pPr>
            <a:lvl7pPr lvl="6"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7pPr>
            <a:lvl8pPr lvl="7"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8pPr>
            <a:lvl9pPr lvl="8" algn="ctr" rtl="0">
              <a:spcBef>
                <a:spcPts val="0"/>
              </a:spcBef>
              <a:spcAft>
                <a:spcPts val="0"/>
              </a:spcAft>
              <a:buClr>
                <a:schemeClr val="dk2"/>
              </a:buClr>
              <a:buSzPts val="4700"/>
              <a:buFont typeface="Lexend Deca"/>
              <a:buNone/>
              <a:defRPr sz="4700" b="1">
                <a:solidFill>
                  <a:schemeClr val="dk2"/>
                </a:solidFill>
                <a:latin typeface="Lexend Deca"/>
                <a:ea typeface="Lexend Deca"/>
                <a:cs typeface="Lexend Deca"/>
                <a:sym typeface="Lexend Deca"/>
              </a:defRPr>
            </a:lvl9pPr>
          </a:lstStyle>
          <a:p>
            <a:r>
              <a:t>xx%</a:t>
            </a:r>
          </a:p>
        </p:txBody>
      </p:sp>
      <p:sp>
        <p:nvSpPr>
          <p:cNvPr id="68" name="Google Shape;68;p13"/>
          <p:cNvSpPr txBox="1">
            <a:spLocks noGrp="1"/>
          </p:cNvSpPr>
          <p:nvPr>
            <p:ph type="ctrTitle" idx="16"/>
          </p:nvPr>
        </p:nvSpPr>
        <p:spPr>
          <a:xfrm>
            <a:off x="3416200" y="3023998"/>
            <a:ext cx="26106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cxnSp>
        <p:nvCxnSpPr>
          <p:cNvPr id="69" name="Google Shape;69;p13"/>
          <p:cNvCxnSpPr/>
          <p:nvPr/>
        </p:nvCxnSpPr>
        <p:spPr>
          <a:xfrm>
            <a:off x="8181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713550" y="535150"/>
            <a:ext cx="7717800" cy="586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4"/>
          <p:cNvSpPr txBox="1">
            <a:spLocks noGrp="1"/>
          </p:cNvSpPr>
          <p:nvPr>
            <p:ph type="subTitle" idx="1"/>
          </p:nvPr>
        </p:nvSpPr>
        <p:spPr>
          <a:xfrm>
            <a:off x="1295625" y="1873650"/>
            <a:ext cx="3017100" cy="75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4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73" name="Google Shape;73;p14"/>
          <p:cNvSpPr txBox="1">
            <a:spLocks noGrp="1"/>
          </p:cNvSpPr>
          <p:nvPr>
            <p:ph type="ctrTitle" idx="2"/>
          </p:nvPr>
        </p:nvSpPr>
        <p:spPr>
          <a:xfrm>
            <a:off x="1295625" y="1575525"/>
            <a:ext cx="3017100" cy="4284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2200"/>
              <a:buNone/>
              <a:defRPr sz="2000"/>
            </a:lvl1pPr>
            <a:lvl2pPr lvl="1">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74" name="Google Shape;74;p14"/>
          <p:cNvSpPr txBox="1">
            <a:spLocks noGrp="1"/>
          </p:cNvSpPr>
          <p:nvPr>
            <p:ph type="subTitle" idx="3"/>
          </p:nvPr>
        </p:nvSpPr>
        <p:spPr>
          <a:xfrm>
            <a:off x="1295625" y="3483575"/>
            <a:ext cx="3017100" cy="75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5" name="Google Shape;75;p14"/>
          <p:cNvSpPr txBox="1">
            <a:spLocks noGrp="1"/>
          </p:cNvSpPr>
          <p:nvPr>
            <p:ph type="ctrTitle" idx="4"/>
          </p:nvPr>
        </p:nvSpPr>
        <p:spPr>
          <a:xfrm>
            <a:off x="1295625" y="3185450"/>
            <a:ext cx="30171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76" name="Google Shape;76;p14"/>
          <p:cNvSpPr txBox="1">
            <a:spLocks noGrp="1"/>
          </p:cNvSpPr>
          <p:nvPr>
            <p:ph type="subTitle" idx="5"/>
          </p:nvPr>
        </p:nvSpPr>
        <p:spPr>
          <a:xfrm>
            <a:off x="4959725" y="1873650"/>
            <a:ext cx="3017100" cy="75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7" name="Google Shape;77;p14"/>
          <p:cNvSpPr txBox="1">
            <a:spLocks noGrp="1"/>
          </p:cNvSpPr>
          <p:nvPr>
            <p:ph type="ctrTitle" idx="6"/>
          </p:nvPr>
        </p:nvSpPr>
        <p:spPr>
          <a:xfrm>
            <a:off x="4959725" y="1575525"/>
            <a:ext cx="30171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78" name="Google Shape;78;p14"/>
          <p:cNvSpPr txBox="1">
            <a:spLocks noGrp="1"/>
          </p:cNvSpPr>
          <p:nvPr>
            <p:ph type="subTitle" idx="7"/>
          </p:nvPr>
        </p:nvSpPr>
        <p:spPr>
          <a:xfrm>
            <a:off x="4959725" y="3483575"/>
            <a:ext cx="3017100" cy="75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9" name="Google Shape;79;p14"/>
          <p:cNvSpPr txBox="1">
            <a:spLocks noGrp="1"/>
          </p:cNvSpPr>
          <p:nvPr>
            <p:ph type="ctrTitle" idx="8"/>
          </p:nvPr>
        </p:nvSpPr>
        <p:spPr>
          <a:xfrm>
            <a:off x="4959725" y="3185450"/>
            <a:ext cx="30171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cxnSp>
        <p:nvCxnSpPr>
          <p:cNvPr id="80" name="Google Shape;80;p14"/>
          <p:cNvCxnSpPr/>
          <p:nvPr/>
        </p:nvCxnSpPr>
        <p:spPr>
          <a:xfrm>
            <a:off x="74744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713550" y="543575"/>
            <a:ext cx="7717500" cy="586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8" name="Google Shape;98;p16"/>
          <p:cNvSpPr txBox="1">
            <a:spLocks noGrp="1"/>
          </p:cNvSpPr>
          <p:nvPr>
            <p:ph type="subTitle" idx="1"/>
          </p:nvPr>
        </p:nvSpPr>
        <p:spPr>
          <a:xfrm>
            <a:off x="5566425" y="1659950"/>
            <a:ext cx="2636100" cy="547500"/>
          </a:xfrm>
          <a:prstGeom prst="rect">
            <a:avLst/>
          </a:prstGeom>
        </p:spPr>
        <p:txBody>
          <a:bodyPr spcFirstLastPara="1" wrap="square" lIns="91425" tIns="91425" rIns="91425" bIns="274300" anchor="t" anchorCtr="0">
            <a:noAutofit/>
          </a:bodyPr>
          <a:lstStyle>
            <a:lvl1pPr lvl="0">
              <a:lnSpc>
                <a:spcPct val="100000"/>
              </a:lnSpc>
              <a:spcBef>
                <a:spcPts val="0"/>
              </a:spcBef>
              <a:spcAft>
                <a:spcPts val="0"/>
              </a:spcAft>
              <a:buSzPts val="1600"/>
              <a:buNone/>
              <a:defRPr sz="14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99" name="Google Shape;99;p16"/>
          <p:cNvSpPr txBox="1">
            <a:spLocks noGrp="1"/>
          </p:cNvSpPr>
          <p:nvPr>
            <p:ph type="ctrTitle" idx="2"/>
          </p:nvPr>
        </p:nvSpPr>
        <p:spPr>
          <a:xfrm>
            <a:off x="5566425" y="1361825"/>
            <a:ext cx="2636100" cy="4284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2200"/>
              <a:buNone/>
              <a:defRPr sz="2000"/>
            </a:lvl1pPr>
            <a:lvl2pPr lvl="1">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100" name="Google Shape;100;p16"/>
          <p:cNvSpPr txBox="1">
            <a:spLocks noGrp="1"/>
          </p:cNvSpPr>
          <p:nvPr>
            <p:ph type="subTitle" idx="3"/>
          </p:nvPr>
        </p:nvSpPr>
        <p:spPr>
          <a:xfrm>
            <a:off x="5566425" y="2850925"/>
            <a:ext cx="2636100" cy="547500"/>
          </a:xfrm>
          <a:prstGeom prst="rect">
            <a:avLst/>
          </a:prstGeom>
        </p:spPr>
        <p:txBody>
          <a:bodyPr spcFirstLastPara="1" wrap="square" lIns="91425" tIns="91425" rIns="91425" bIns="274300"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01" name="Google Shape;101;p16"/>
          <p:cNvSpPr txBox="1">
            <a:spLocks noGrp="1"/>
          </p:cNvSpPr>
          <p:nvPr>
            <p:ph type="ctrTitle" idx="4"/>
          </p:nvPr>
        </p:nvSpPr>
        <p:spPr>
          <a:xfrm>
            <a:off x="5566425" y="2552800"/>
            <a:ext cx="26361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102" name="Google Shape;102;p16"/>
          <p:cNvSpPr txBox="1">
            <a:spLocks noGrp="1"/>
          </p:cNvSpPr>
          <p:nvPr>
            <p:ph type="subTitle" idx="5"/>
          </p:nvPr>
        </p:nvSpPr>
        <p:spPr>
          <a:xfrm>
            <a:off x="5566425" y="4041913"/>
            <a:ext cx="2636100" cy="547500"/>
          </a:xfrm>
          <a:prstGeom prst="rect">
            <a:avLst/>
          </a:prstGeom>
        </p:spPr>
        <p:txBody>
          <a:bodyPr spcFirstLastPara="1" wrap="square" lIns="91425" tIns="91425" rIns="91425" bIns="274300"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03" name="Google Shape;103;p16"/>
          <p:cNvSpPr txBox="1">
            <a:spLocks noGrp="1"/>
          </p:cNvSpPr>
          <p:nvPr>
            <p:ph type="ctrTitle" idx="6"/>
          </p:nvPr>
        </p:nvSpPr>
        <p:spPr>
          <a:xfrm>
            <a:off x="5566425" y="3743788"/>
            <a:ext cx="2636100" cy="42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000"/>
            </a:lvl1pPr>
            <a:lvl2pPr lvl="1"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2pPr>
            <a:lvl3pPr lvl="2"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3pPr>
            <a:lvl4pPr lvl="3"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4pPr>
            <a:lvl5pPr lvl="4"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5pPr>
            <a:lvl6pPr lvl="5"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6pPr>
            <a:lvl7pPr lvl="6"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7pPr>
            <a:lvl8pPr lvl="7"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8pPr>
            <a:lvl9pPr lvl="8" rtl="0">
              <a:lnSpc>
                <a:spcPct val="100000"/>
              </a:lnSpc>
              <a:spcBef>
                <a:spcPts val="0"/>
              </a:spcBef>
              <a:spcAft>
                <a:spcPts val="0"/>
              </a:spcAft>
              <a:buClr>
                <a:schemeClr val="dk2"/>
              </a:buClr>
              <a:buSzPts val="2200"/>
              <a:buFont typeface="Lexend Deca"/>
              <a:buNone/>
              <a:defRPr sz="2200" b="1">
                <a:solidFill>
                  <a:schemeClr val="dk2"/>
                </a:solidFill>
                <a:latin typeface="Lexend Deca"/>
                <a:ea typeface="Lexend Deca"/>
                <a:cs typeface="Lexend Deca"/>
                <a:sym typeface="Lexend Deca"/>
              </a:defRPr>
            </a:lvl9pPr>
          </a:lstStyle>
          <a:p>
            <a:endParaRPr/>
          </a:p>
        </p:txBody>
      </p:sp>
      <p:sp>
        <p:nvSpPr>
          <p:cNvPr id="104" name="Google Shape;104;p16"/>
          <p:cNvSpPr>
            <a:spLocks noGrp="1"/>
          </p:cNvSpPr>
          <p:nvPr>
            <p:ph type="pic" idx="7"/>
          </p:nvPr>
        </p:nvSpPr>
        <p:spPr>
          <a:xfrm>
            <a:off x="0" y="1457675"/>
            <a:ext cx="4365300" cy="3685500"/>
          </a:xfrm>
          <a:prstGeom prst="rect">
            <a:avLst/>
          </a:prstGeom>
          <a:noFill/>
          <a:ln>
            <a:noFill/>
          </a:ln>
        </p:spPr>
      </p:sp>
      <p:cxnSp>
        <p:nvCxnSpPr>
          <p:cNvPr id="105" name="Google Shape;105;p16"/>
          <p:cNvCxnSpPr/>
          <p:nvPr/>
        </p:nvCxnSpPr>
        <p:spPr>
          <a:xfrm>
            <a:off x="8181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713550" y="539500"/>
            <a:ext cx="7717800" cy="680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8" name="Google Shape;108;p17"/>
          <p:cNvSpPr txBox="1">
            <a:spLocks noGrp="1"/>
          </p:cNvSpPr>
          <p:nvPr>
            <p:ph type="subTitle" idx="1"/>
          </p:nvPr>
        </p:nvSpPr>
        <p:spPr>
          <a:xfrm>
            <a:off x="713550" y="1457675"/>
            <a:ext cx="3978600" cy="2453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Char char="■"/>
              <a:defRPr/>
            </a:lvl1pPr>
            <a:lvl2pPr lvl="1">
              <a:lnSpc>
                <a:spcPct val="100000"/>
              </a:lnSpc>
              <a:spcBef>
                <a:spcPts val="1600"/>
              </a:spcBef>
              <a:spcAft>
                <a:spcPts val="0"/>
              </a:spcAft>
              <a:buSzPts val="1400"/>
              <a:buChar char="○"/>
              <a:defRPr/>
            </a:lvl2pPr>
            <a:lvl3pPr lvl="2">
              <a:lnSpc>
                <a:spcPct val="100000"/>
              </a:lnSpc>
              <a:spcBef>
                <a:spcPts val="0"/>
              </a:spcBef>
              <a:spcAft>
                <a:spcPts val="0"/>
              </a:spcAft>
              <a:buSzPts val="1400"/>
              <a:buChar char="■"/>
              <a:defRPr/>
            </a:lvl3pPr>
            <a:lvl4pPr lvl="3">
              <a:lnSpc>
                <a:spcPct val="100000"/>
              </a:lnSpc>
              <a:spcBef>
                <a:spcPts val="0"/>
              </a:spcBef>
              <a:spcAft>
                <a:spcPts val="0"/>
              </a:spcAft>
              <a:buSzPts val="1400"/>
              <a:buChar char="●"/>
              <a:defRPr/>
            </a:lvl4pPr>
            <a:lvl5pPr lvl="4">
              <a:lnSpc>
                <a:spcPct val="100000"/>
              </a:lnSpc>
              <a:spcBef>
                <a:spcPts val="0"/>
              </a:spcBef>
              <a:spcAft>
                <a:spcPts val="0"/>
              </a:spcAft>
              <a:buSzPts val="1400"/>
              <a:buChar char="○"/>
              <a:defRPr/>
            </a:lvl5pPr>
            <a:lvl6pPr lvl="5">
              <a:lnSpc>
                <a:spcPct val="100000"/>
              </a:lnSpc>
              <a:spcBef>
                <a:spcPts val="0"/>
              </a:spcBef>
              <a:spcAft>
                <a:spcPts val="0"/>
              </a:spcAft>
              <a:buSzPts val="1400"/>
              <a:buChar char="■"/>
              <a:defRPr/>
            </a:lvl6pPr>
            <a:lvl7pPr lvl="6">
              <a:lnSpc>
                <a:spcPct val="100000"/>
              </a:lnSpc>
              <a:spcBef>
                <a:spcPts val="0"/>
              </a:spcBef>
              <a:spcAft>
                <a:spcPts val="0"/>
              </a:spcAft>
              <a:buSzPts val="1400"/>
              <a:buChar char="●"/>
              <a:defRPr/>
            </a:lvl7pPr>
            <a:lvl8pPr lvl="7">
              <a:lnSpc>
                <a:spcPct val="100000"/>
              </a:lnSpc>
              <a:spcBef>
                <a:spcPts val="0"/>
              </a:spcBef>
              <a:spcAft>
                <a:spcPts val="0"/>
              </a:spcAft>
              <a:buSzPts val="1400"/>
              <a:buChar char="○"/>
              <a:defRPr/>
            </a:lvl8pPr>
            <a:lvl9pPr lvl="8">
              <a:lnSpc>
                <a:spcPct val="100000"/>
              </a:lnSpc>
              <a:spcBef>
                <a:spcPts val="0"/>
              </a:spcBef>
              <a:spcAft>
                <a:spcPts val="0"/>
              </a:spcAft>
              <a:buSzPts val="1400"/>
              <a:buChar char="■"/>
              <a:defRPr/>
            </a:lvl9pPr>
          </a:lstStyle>
          <a:p>
            <a:endParaRPr/>
          </a:p>
        </p:txBody>
      </p:sp>
      <p:sp>
        <p:nvSpPr>
          <p:cNvPr id="109" name="Google Shape;109;p17"/>
          <p:cNvSpPr>
            <a:spLocks noGrp="1"/>
          </p:cNvSpPr>
          <p:nvPr>
            <p:ph type="pic" idx="2"/>
          </p:nvPr>
        </p:nvSpPr>
        <p:spPr>
          <a:xfrm>
            <a:off x="5284575" y="1457675"/>
            <a:ext cx="3859500" cy="3685800"/>
          </a:xfrm>
          <a:prstGeom prst="rect">
            <a:avLst/>
          </a:prstGeom>
          <a:noFill/>
          <a:ln>
            <a:noFill/>
          </a:ln>
        </p:spPr>
      </p:sp>
      <p:cxnSp>
        <p:nvCxnSpPr>
          <p:cNvPr id="110" name="Google Shape;110;p17"/>
          <p:cNvCxnSpPr/>
          <p:nvPr/>
        </p:nvCxnSpPr>
        <p:spPr>
          <a:xfrm>
            <a:off x="8181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713550" y="539500"/>
            <a:ext cx="7717800" cy="680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3" name="Google Shape;113;p18"/>
          <p:cNvSpPr txBox="1">
            <a:spLocks noGrp="1"/>
          </p:cNvSpPr>
          <p:nvPr>
            <p:ph type="subTitle" idx="1"/>
          </p:nvPr>
        </p:nvSpPr>
        <p:spPr>
          <a:xfrm>
            <a:off x="2126600" y="1457675"/>
            <a:ext cx="6304800" cy="2453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Char char="■"/>
              <a:defRPr/>
            </a:lvl1pPr>
            <a:lvl2pPr lvl="1">
              <a:lnSpc>
                <a:spcPct val="100000"/>
              </a:lnSpc>
              <a:spcBef>
                <a:spcPts val="1600"/>
              </a:spcBef>
              <a:spcAft>
                <a:spcPts val="0"/>
              </a:spcAft>
              <a:buSzPts val="1400"/>
              <a:buChar char="○"/>
              <a:defRPr/>
            </a:lvl2pPr>
            <a:lvl3pPr lvl="2">
              <a:lnSpc>
                <a:spcPct val="100000"/>
              </a:lnSpc>
              <a:spcBef>
                <a:spcPts val="0"/>
              </a:spcBef>
              <a:spcAft>
                <a:spcPts val="0"/>
              </a:spcAft>
              <a:buSzPts val="1400"/>
              <a:buChar char="■"/>
              <a:defRPr/>
            </a:lvl3pPr>
            <a:lvl4pPr lvl="3">
              <a:lnSpc>
                <a:spcPct val="100000"/>
              </a:lnSpc>
              <a:spcBef>
                <a:spcPts val="0"/>
              </a:spcBef>
              <a:spcAft>
                <a:spcPts val="0"/>
              </a:spcAft>
              <a:buSzPts val="1400"/>
              <a:buChar char="●"/>
              <a:defRPr/>
            </a:lvl4pPr>
            <a:lvl5pPr lvl="4">
              <a:lnSpc>
                <a:spcPct val="100000"/>
              </a:lnSpc>
              <a:spcBef>
                <a:spcPts val="0"/>
              </a:spcBef>
              <a:spcAft>
                <a:spcPts val="0"/>
              </a:spcAft>
              <a:buSzPts val="1400"/>
              <a:buChar char="○"/>
              <a:defRPr/>
            </a:lvl5pPr>
            <a:lvl6pPr lvl="5">
              <a:lnSpc>
                <a:spcPct val="100000"/>
              </a:lnSpc>
              <a:spcBef>
                <a:spcPts val="0"/>
              </a:spcBef>
              <a:spcAft>
                <a:spcPts val="0"/>
              </a:spcAft>
              <a:buSzPts val="1400"/>
              <a:buChar char="■"/>
              <a:defRPr/>
            </a:lvl6pPr>
            <a:lvl7pPr lvl="6">
              <a:lnSpc>
                <a:spcPct val="100000"/>
              </a:lnSpc>
              <a:spcBef>
                <a:spcPts val="0"/>
              </a:spcBef>
              <a:spcAft>
                <a:spcPts val="0"/>
              </a:spcAft>
              <a:buSzPts val="1400"/>
              <a:buChar char="●"/>
              <a:defRPr/>
            </a:lvl7pPr>
            <a:lvl8pPr lvl="7">
              <a:lnSpc>
                <a:spcPct val="100000"/>
              </a:lnSpc>
              <a:spcBef>
                <a:spcPts val="0"/>
              </a:spcBef>
              <a:spcAft>
                <a:spcPts val="0"/>
              </a:spcAft>
              <a:buSzPts val="1400"/>
              <a:buChar char="○"/>
              <a:defRPr/>
            </a:lvl8pPr>
            <a:lvl9pPr lvl="8">
              <a:lnSpc>
                <a:spcPct val="100000"/>
              </a:lnSpc>
              <a:spcBef>
                <a:spcPts val="0"/>
              </a:spcBef>
              <a:spcAft>
                <a:spcPts val="0"/>
              </a:spcAft>
              <a:buSzPts val="1400"/>
              <a:buChar char="■"/>
              <a:defRPr/>
            </a:lvl9pPr>
          </a:lstStyle>
          <a:p>
            <a:endParaRPr/>
          </a:p>
        </p:txBody>
      </p:sp>
      <p:cxnSp>
        <p:nvCxnSpPr>
          <p:cNvPr id="114" name="Google Shape;114;p18"/>
          <p:cNvCxnSpPr/>
          <p:nvPr/>
        </p:nvCxnSpPr>
        <p:spPr>
          <a:xfrm>
            <a:off x="818125" y="464500"/>
            <a:ext cx="8160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5">
    <p:spTree>
      <p:nvGrpSpPr>
        <p:cNvPr id="1" name="Shape 1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6">
    <p:spTree>
      <p:nvGrpSpPr>
        <p:cNvPr id="1" name="Shape 1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33400"/>
            <a:ext cx="7711200" cy="484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Font typeface="Funnel Display"/>
              <a:buNone/>
              <a:defRPr sz="3000">
                <a:solidFill>
                  <a:schemeClr val="dk1"/>
                </a:solidFill>
                <a:latin typeface="Funnel Display"/>
                <a:ea typeface="Funnel Display"/>
                <a:cs typeface="Funnel Display"/>
                <a:sym typeface="Funnel Display"/>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11200" cy="34560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1pPr>
            <a:lvl2pPr marL="914400" lvl="1"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2pPr>
            <a:lvl3pPr marL="1371600" lvl="2"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3pPr>
            <a:lvl4pPr marL="1828800" lvl="3"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4pPr>
            <a:lvl5pPr marL="2286000" lvl="4"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5pPr>
            <a:lvl6pPr marL="2743200" lvl="5"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6pPr>
            <a:lvl7pPr marL="3200400" lvl="6"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7pPr>
            <a:lvl8pPr marL="3657600" lvl="7" indent="-317500" rtl="0">
              <a:lnSpc>
                <a:spcPct val="100000"/>
              </a:lnSpc>
              <a:spcBef>
                <a:spcPts val="1600"/>
              </a:spcBef>
              <a:spcAft>
                <a:spcPts val="0"/>
              </a:spcAft>
              <a:buClr>
                <a:schemeClr val="dk1"/>
              </a:buClr>
              <a:buSzPts val="1400"/>
              <a:buFont typeface="Syne"/>
              <a:buChar char="○"/>
              <a:defRPr>
                <a:solidFill>
                  <a:schemeClr val="dk1"/>
                </a:solidFill>
                <a:latin typeface="Syne"/>
                <a:ea typeface="Syne"/>
                <a:cs typeface="Syne"/>
                <a:sym typeface="Syne"/>
              </a:defRPr>
            </a:lvl8pPr>
            <a:lvl9pPr marL="4114800" lvl="8" indent="-317500" rtl="0">
              <a:lnSpc>
                <a:spcPct val="100000"/>
              </a:lnSpc>
              <a:spcBef>
                <a:spcPts val="1600"/>
              </a:spcBef>
              <a:spcAft>
                <a:spcPts val="1600"/>
              </a:spcAft>
              <a:buClr>
                <a:schemeClr val="dk1"/>
              </a:buClr>
              <a:buSzPts val="1400"/>
              <a:buFont typeface="Syne"/>
              <a:buChar char="■"/>
              <a:defRPr>
                <a:solidFill>
                  <a:schemeClr val="dk1"/>
                </a:solidFill>
                <a:latin typeface="Syne"/>
                <a:ea typeface="Syne"/>
                <a:cs typeface="Syne"/>
                <a:sym typeface="Sy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5" r:id="rId3"/>
    <p:sldLayoutId id="2147483656" r:id="rId4"/>
    <p:sldLayoutId id="2147483658" r:id="rId5"/>
    <p:sldLayoutId id="2147483659" r:id="rId6"/>
    <p:sldLayoutId id="2147483660" r:id="rId7"/>
    <p:sldLayoutId id="2147483662" r:id="rId8"/>
    <p:sldLayoutId id="2147483663" r:id="rId9"/>
    <p:sldLayoutId id="2147483664" r:id="rId10"/>
    <p:sldLayoutId id="2147483666" r:id="rId11"/>
    <p:sldLayoutId id="214748366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prasetyosaputro327/Ecommerce-Analys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26" title="55db4c8b-fdd0-4db3-9781-9a4c3faeab66.jpg"/>
          <p:cNvPicPr preferRelativeResize="0">
            <a:picLocks noGrp="1"/>
          </p:cNvPicPr>
          <p:nvPr>
            <p:ph type="pic" idx="2"/>
          </p:nvPr>
        </p:nvPicPr>
        <p:blipFill rotWithShape="1">
          <a:blip r:embed="rId3">
            <a:alphaModFix/>
          </a:blip>
          <a:srcRect t="28397" b="11653"/>
          <a:stretch/>
        </p:blipFill>
        <p:spPr>
          <a:xfrm>
            <a:off x="4548600" y="0"/>
            <a:ext cx="4595400" cy="3858300"/>
          </a:xfrm>
          <a:prstGeom prst="rect">
            <a:avLst/>
          </a:prstGeom>
        </p:spPr>
      </p:pic>
      <p:sp>
        <p:nvSpPr>
          <p:cNvPr id="139" name="Google Shape;139;p26"/>
          <p:cNvSpPr txBox="1">
            <a:spLocks noGrp="1"/>
          </p:cNvSpPr>
          <p:nvPr>
            <p:ph type="ctrTitle"/>
          </p:nvPr>
        </p:nvSpPr>
        <p:spPr>
          <a:xfrm>
            <a:off x="719925" y="2098662"/>
            <a:ext cx="3624600" cy="197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E-commerce </a:t>
            </a:r>
            <a:r>
              <a:rPr lang="en-US" dirty="0" err="1"/>
              <a:t>Analisis</a:t>
            </a:r>
            <a:endParaRPr lang="en-US" dirty="0"/>
          </a:p>
        </p:txBody>
      </p:sp>
      <p:sp>
        <p:nvSpPr>
          <p:cNvPr id="140" name="Google Shape;140;p26"/>
          <p:cNvSpPr txBox="1">
            <a:spLocks noGrp="1"/>
          </p:cNvSpPr>
          <p:nvPr>
            <p:ph type="subTitle" idx="1"/>
          </p:nvPr>
        </p:nvSpPr>
        <p:spPr>
          <a:xfrm>
            <a:off x="4799477" y="4075362"/>
            <a:ext cx="3326194" cy="749587"/>
          </a:xfrm>
          <a:prstGeom prst="rect">
            <a:avLst/>
          </a:prstGeom>
        </p:spPr>
        <p:txBody>
          <a:bodyPr spcFirstLastPara="1" wrap="square" lIns="91425" tIns="91425" rIns="91425" bIns="91425" anchor="b" anchorCtr="0">
            <a:noAutofit/>
          </a:bodyPr>
          <a:lstStyle/>
          <a:p>
            <a:pPr marL="0" lvl="0" indent="0">
              <a:buSzPts val="1100"/>
            </a:pPr>
            <a:r>
              <a:rPr lang="en-US" dirty="0"/>
              <a:t>Link </a:t>
            </a:r>
            <a:r>
              <a:rPr lang="en-US" dirty="0" err="1"/>
              <a:t>Portofolio</a:t>
            </a:r>
            <a:r>
              <a:rPr lang="en-US" dirty="0"/>
              <a:t>  : </a:t>
            </a:r>
            <a:r>
              <a:rPr lang="en-US" dirty="0">
                <a:hlinkClick r:id="rId4"/>
              </a:rPr>
              <a:t>https://github.com/prasetyosaputro327/Ecommerce-Analyst/</a:t>
            </a:r>
            <a:endParaRPr dirty="0"/>
          </a:p>
        </p:txBody>
      </p:sp>
      <p:sp>
        <p:nvSpPr>
          <p:cNvPr id="141" name="Google Shape;141;p26"/>
          <p:cNvSpPr txBox="1"/>
          <p:nvPr/>
        </p:nvSpPr>
        <p:spPr>
          <a:xfrm>
            <a:off x="127125" y="87700"/>
            <a:ext cx="4217400" cy="311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200" dirty="0">
                <a:solidFill>
                  <a:schemeClr val="lt1"/>
                </a:solidFill>
                <a:latin typeface="Syne"/>
                <a:ea typeface="Syne"/>
                <a:cs typeface="Syne"/>
                <a:sym typeface="Syne"/>
              </a:rPr>
              <a:t>Prasetyo Saputro</a:t>
            </a:r>
            <a:br>
              <a:rPr lang="en-US" sz="1200" dirty="0">
                <a:solidFill>
                  <a:schemeClr val="lt1"/>
                </a:solidFill>
                <a:latin typeface="Syne"/>
                <a:ea typeface="Syne"/>
                <a:cs typeface="Syne"/>
                <a:sym typeface="Syne"/>
              </a:rPr>
            </a:br>
            <a:r>
              <a:rPr lang="en-US" sz="1200" dirty="0">
                <a:solidFill>
                  <a:schemeClr val="lt1"/>
                </a:solidFill>
                <a:latin typeface="Syne"/>
                <a:ea typeface="Syne"/>
                <a:cs typeface="Syne"/>
                <a:sym typeface="Syne"/>
              </a:rPr>
              <a:t>Data Analyst</a:t>
            </a:r>
          </a:p>
        </p:txBody>
      </p:sp>
      <p:cxnSp>
        <p:nvCxnSpPr>
          <p:cNvPr id="142" name="Google Shape;142;p26"/>
          <p:cNvCxnSpPr/>
          <p:nvPr/>
        </p:nvCxnSpPr>
        <p:spPr>
          <a:xfrm>
            <a:off x="881025" y="2768375"/>
            <a:ext cx="816000" cy="0"/>
          </a:xfrm>
          <a:prstGeom prst="straightConnector1">
            <a:avLst/>
          </a:prstGeom>
          <a:noFill/>
          <a:ln w="19050" cap="flat" cmpd="sng">
            <a:solidFill>
              <a:schemeClr val="lt1"/>
            </a:solidFill>
            <a:prstDash val="solid"/>
            <a:round/>
            <a:headEnd type="none" w="med" len="med"/>
            <a:tailEnd type="none" w="med" len="med"/>
          </a:ln>
        </p:spPr>
      </p:cxnSp>
      <p:grpSp>
        <p:nvGrpSpPr>
          <p:cNvPr id="143" name="Google Shape;143;p26"/>
          <p:cNvGrpSpPr/>
          <p:nvPr/>
        </p:nvGrpSpPr>
        <p:grpSpPr>
          <a:xfrm>
            <a:off x="8549700" y="4551675"/>
            <a:ext cx="385800" cy="385800"/>
            <a:chOff x="8552100" y="4551675"/>
            <a:chExt cx="385800" cy="385800"/>
          </a:xfrm>
        </p:grpSpPr>
        <p:sp>
          <p:nvSpPr>
            <p:cNvPr id="144" name="Google Shape;144;p26"/>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145" name="Google Shape;145;p26"/>
            <p:cNvGrpSpPr/>
            <p:nvPr/>
          </p:nvGrpSpPr>
          <p:grpSpPr>
            <a:xfrm rot="10800000" flipH="1">
              <a:off x="8632571" y="4632486"/>
              <a:ext cx="224463" cy="224463"/>
              <a:chOff x="3574522" y="1012747"/>
              <a:chExt cx="395321" cy="395321"/>
            </a:xfrm>
          </p:grpSpPr>
          <p:sp>
            <p:nvSpPr>
              <p:cNvPr id="146" name="Google Shape;146;p26"/>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47" name="Google Shape;147;p26"/>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48" name="Google Shape;148;p26">
            <a:hlinkClick r:id="" action="ppaction://hlinkshowjump?jump=nextslide"/>
          </p:cNvPr>
          <p:cNvSpPr/>
          <p:nvPr/>
        </p:nvSpPr>
        <p:spPr>
          <a:xfrm>
            <a:off x="8549700" y="4551675"/>
            <a:ext cx="388200" cy="38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5329238" y="535150"/>
            <a:ext cx="3101962" cy="589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Konteks Masalah</a:t>
            </a:r>
            <a:endParaRPr dirty="0"/>
          </a:p>
        </p:txBody>
      </p:sp>
      <p:pic>
        <p:nvPicPr>
          <p:cNvPr id="181" name="Google Shape;181;p29" title="full-shot-men-chatting-work.jpg"/>
          <p:cNvPicPr preferRelativeResize="0">
            <a:picLocks noGrp="1"/>
          </p:cNvPicPr>
          <p:nvPr>
            <p:ph type="pic" idx="2"/>
          </p:nvPr>
        </p:nvPicPr>
        <p:blipFill rotWithShape="1">
          <a:blip r:embed="rId3">
            <a:alphaModFix/>
          </a:blip>
          <a:srcRect t="23160" b="16130"/>
          <a:stretch/>
        </p:blipFill>
        <p:spPr>
          <a:xfrm flipH="1">
            <a:off x="89882" y="804769"/>
            <a:ext cx="4852725" cy="4419948"/>
          </a:xfrm>
          <a:prstGeom prst="rect">
            <a:avLst/>
          </a:prstGeom>
        </p:spPr>
      </p:pic>
      <p:sp>
        <p:nvSpPr>
          <p:cNvPr id="182" name="Google Shape;182;p29"/>
          <p:cNvSpPr txBox="1">
            <a:spLocks noGrp="1"/>
          </p:cNvSpPr>
          <p:nvPr>
            <p:ph type="subTitle" idx="1"/>
          </p:nvPr>
        </p:nvSpPr>
        <p:spPr>
          <a:xfrm>
            <a:off x="5466600" y="1939224"/>
            <a:ext cx="2964600" cy="2854231"/>
          </a:xfrm>
          <a:prstGeom prst="rect">
            <a:avLst/>
          </a:prstGeom>
        </p:spPr>
        <p:txBody>
          <a:bodyPr spcFirstLastPara="1" wrap="square" lIns="91425" tIns="91425" rIns="91425" bIns="91425" anchor="t" anchorCtr="0">
            <a:noAutofit/>
          </a:bodyPr>
          <a:lstStyle/>
          <a:p>
            <a:pPr marL="0" lvl="0" indent="0" rtl="0">
              <a:spcBef>
                <a:spcPts val="0"/>
              </a:spcBef>
              <a:spcAft>
                <a:spcPts val="1600"/>
              </a:spcAft>
              <a:buNone/>
            </a:pPr>
            <a:r>
              <a:rPr lang="en" dirty="0"/>
              <a:t>Sebagai perusahaan e-commerce yang beroperasi transnasional, bisnis ini menghadapi tantangan dalam menjaga pertumbuhan pendapatan. Beberapa aspek penting mempengaruhi pertumbuhan pendapatan seperti Memahami perilaku pelanggan, efektivitas harga, serta potensi pasar internasional yang dapat mendorong pertumbuhan pendapatan jangka panjang</a:t>
            </a:r>
            <a:endParaRPr dirty="0"/>
          </a:p>
        </p:txBody>
      </p:sp>
      <p:grpSp>
        <p:nvGrpSpPr>
          <p:cNvPr id="4" name="Google Shape;143;p26">
            <a:extLst>
              <a:ext uri="{FF2B5EF4-FFF2-40B4-BE49-F238E27FC236}">
                <a16:creationId xmlns:a16="http://schemas.microsoft.com/office/drawing/2014/main" id="{D7F4963A-3F67-2885-B14C-87C63470815C}"/>
              </a:ext>
            </a:extLst>
          </p:cNvPr>
          <p:cNvGrpSpPr/>
          <p:nvPr/>
        </p:nvGrpSpPr>
        <p:grpSpPr>
          <a:xfrm rot="5400000">
            <a:off x="139418" y="183466"/>
            <a:ext cx="425676" cy="382727"/>
            <a:chOff x="8552100" y="4551675"/>
            <a:chExt cx="385800" cy="385800"/>
          </a:xfrm>
        </p:grpSpPr>
        <p:sp>
          <p:nvSpPr>
            <p:cNvPr id="5" name="Google Shape;144;p26">
              <a:extLst>
                <a:ext uri="{FF2B5EF4-FFF2-40B4-BE49-F238E27FC236}">
                  <a16:creationId xmlns:a16="http://schemas.microsoft.com/office/drawing/2014/main" id="{C0332A94-7631-25B0-69C7-8C2626641986}"/>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6" name="Google Shape;145;p26">
              <a:extLst>
                <a:ext uri="{FF2B5EF4-FFF2-40B4-BE49-F238E27FC236}">
                  <a16:creationId xmlns:a16="http://schemas.microsoft.com/office/drawing/2014/main" id="{2F40305B-F42C-A61E-D5A0-D6F5697064A2}"/>
                </a:ext>
              </a:extLst>
            </p:cNvPr>
            <p:cNvGrpSpPr/>
            <p:nvPr/>
          </p:nvGrpSpPr>
          <p:grpSpPr>
            <a:xfrm rot="10800000" flipH="1">
              <a:off x="8632571" y="4632486"/>
              <a:ext cx="224463" cy="224463"/>
              <a:chOff x="3574522" y="1012747"/>
              <a:chExt cx="395321" cy="395321"/>
            </a:xfrm>
          </p:grpSpPr>
          <p:sp>
            <p:nvSpPr>
              <p:cNvPr id="7" name="Google Shape;146;p26">
                <a:extLst>
                  <a:ext uri="{FF2B5EF4-FFF2-40B4-BE49-F238E27FC236}">
                    <a16:creationId xmlns:a16="http://schemas.microsoft.com/office/drawing/2014/main" id="{20F04D85-1D99-DA2D-43EE-93F11C5A0922}"/>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 name="Google Shape;147;p26">
                <a:extLst>
                  <a:ext uri="{FF2B5EF4-FFF2-40B4-BE49-F238E27FC236}">
                    <a16:creationId xmlns:a16="http://schemas.microsoft.com/office/drawing/2014/main" id="{105BDD7C-AE0D-EBEF-F43A-0383BE3F7043}"/>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5" name="Google Shape;180;p29">
            <a:extLst>
              <a:ext uri="{FF2B5EF4-FFF2-40B4-BE49-F238E27FC236}">
                <a16:creationId xmlns:a16="http://schemas.microsoft.com/office/drawing/2014/main" id="{6813947D-A9BC-1A63-5E8A-43AC901A40AA}"/>
              </a:ext>
            </a:extLst>
          </p:cNvPr>
          <p:cNvSpPr txBox="1">
            <a:spLocks/>
          </p:cNvSpPr>
          <p:nvPr/>
        </p:nvSpPr>
        <p:spPr>
          <a:xfrm>
            <a:off x="545572" y="121226"/>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a:t>PEMAHAMAN BISNIS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8"/>
          <p:cNvSpPr txBox="1">
            <a:spLocks noGrp="1"/>
          </p:cNvSpPr>
          <p:nvPr>
            <p:ph type="subTitle" idx="1"/>
          </p:nvPr>
        </p:nvSpPr>
        <p:spPr>
          <a:xfrm>
            <a:off x="713475" y="1658632"/>
            <a:ext cx="2610600" cy="47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Mengidentifikasi</a:t>
            </a:r>
            <a:r>
              <a:rPr lang="en-US" dirty="0"/>
              <a:t> </a:t>
            </a:r>
            <a:r>
              <a:rPr lang="en-US" dirty="0" err="1"/>
              <a:t>faktor</a:t>
            </a:r>
            <a:r>
              <a:rPr lang="en-US" dirty="0"/>
              <a:t> </a:t>
            </a:r>
            <a:r>
              <a:rPr lang="en-US" dirty="0" err="1"/>
              <a:t>utama</a:t>
            </a:r>
            <a:r>
              <a:rPr lang="en-US" dirty="0"/>
              <a:t> yang </a:t>
            </a:r>
            <a:r>
              <a:rPr lang="en-US" dirty="0" err="1"/>
              <a:t>mendorong</a:t>
            </a:r>
            <a:r>
              <a:rPr lang="en-US" dirty="0"/>
              <a:t> </a:t>
            </a:r>
            <a:r>
              <a:rPr lang="en-US" dirty="0" err="1"/>
              <a:t>pendapatan</a:t>
            </a:r>
            <a:r>
              <a:rPr lang="en-US" dirty="0"/>
              <a:t> </a:t>
            </a:r>
            <a:r>
              <a:rPr lang="en-US" dirty="0" err="1"/>
              <a:t>melalui</a:t>
            </a:r>
            <a:r>
              <a:rPr lang="en-US" dirty="0"/>
              <a:t> </a:t>
            </a:r>
            <a:r>
              <a:rPr lang="en-US" dirty="0" err="1"/>
              <a:t>produk</a:t>
            </a:r>
            <a:r>
              <a:rPr lang="en-US" dirty="0"/>
              <a:t> </a:t>
            </a:r>
            <a:r>
              <a:rPr lang="en-US" dirty="0" err="1"/>
              <a:t>potensial</a:t>
            </a:r>
            <a:endParaRPr dirty="0"/>
          </a:p>
        </p:txBody>
      </p:sp>
      <p:sp>
        <p:nvSpPr>
          <p:cNvPr id="163" name="Google Shape;163;p28"/>
          <p:cNvSpPr txBox="1">
            <a:spLocks noGrp="1"/>
          </p:cNvSpPr>
          <p:nvPr>
            <p:ph type="title"/>
          </p:nvPr>
        </p:nvSpPr>
        <p:spPr>
          <a:xfrm>
            <a:off x="713475" y="1290243"/>
            <a:ext cx="471900" cy="47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65" name="Google Shape;165;p28"/>
          <p:cNvSpPr txBox="1">
            <a:spLocks noGrp="1"/>
          </p:cNvSpPr>
          <p:nvPr>
            <p:ph type="title" idx="4"/>
          </p:nvPr>
        </p:nvSpPr>
        <p:spPr>
          <a:xfrm>
            <a:off x="713550" y="535150"/>
            <a:ext cx="5798400" cy="5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Tujuan</a:t>
            </a:r>
            <a:endParaRPr dirty="0"/>
          </a:p>
        </p:txBody>
      </p:sp>
      <p:sp>
        <p:nvSpPr>
          <p:cNvPr id="166" name="Google Shape;166;p28"/>
          <p:cNvSpPr txBox="1">
            <a:spLocks noGrp="1"/>
          </p:cNvSpPr>
          <p:nvPr>
            <p:ph type="title" idx="9"/>
          </p:nvPr>
        </p:nvSpPr>
        <p:spPr>
          <a:xfrm>
            <a:off x="3416200" y="1290252"/>
            <a:ext cx="471900" cy="47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68" name="Google Shape;168;p28"/>
          <p:cNvSpPr txBox="1">
            <a:spLocks noGrp="1"/>
          </p:cNvSpPr>
          <p:nvPr>
            <p:ph type="subTitle" idx="5"/>
          </p:nvPr>
        </p:nvSpPr>
        <p:spPr>
          <a:xfrm>
            <a:off x="713475" y="2978697"/>
            <a:ext cx="2610600" cy="8171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Mengembangkan pemahaman mendalam tentang perilaku pelanggan</a:t>
            </a:r>
            <a:endParaRPr dirty="0"/>
          </a:p>
        </p:txBody>
      </p:sp>
      <p:sp>
        <p:nvSpPr>
          <p:cNvPr id="169" name="Google Shape;169;p28"/>
          <p:cNvSpPr txBox="1">
            <a:spLocks noGrp="1"/>
          </p:cNvSpPr>
          <p:nvPr>
            <p:ph type="title" idx="6"/>
          </p:nvPr>
        </p:nvSpPr>
        <p:spPr>
          <a:xfrm>
            <a:off x="713475" y="2626660"/>
            <a:ext cx="471900" cy="47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71" name="Google Shape;171;p28"/>
          <p:cNvSpPr txBox="1">
            <a:spLocks noGrp="1"/>
          </p:cNvSpPr>
          <p:nvPr>
            <p:ph type="subTitle" idx="8"/>
          </p:nvPr>
        </p:nvSpPr>
        <p:spPr>
          <a:xfrm>
            <a:off x="3376762" y="1658631"/>
            <a:ext cx="2610600" cy="7462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Mengidentifikasi pasar negara yang paling prospektif untuk ekspansi</a:t>
            </a:r>
            <a:endParaRPr dirty="0"/>
          </a:p>
        </p:txBody>
      </p:sp>
      <p:sp>
        <p:nvSpPr>
          <p:cNvPr id="173" name="Google Shape;173;p28"/>
          <p:cNvSpPr txBox="1">
            <a:spLocks noGrp="1"/>
          </p:cNvSpPr>
          <p:nvPr>
            <p:ph type="subTitle" idx="14"/>
          </p:nvPr>
        </p:nvSpPr>
        <p:spPr>
          <a:xfrm>
            <a:off x="3416200" y="2978697"/>
            <a:ext cx="2610600" cy="47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Menentukan straregi harga dan diskon yang paling efektif</a:t>
            </a:r>
            <a:endParaRPr dirty="0"/>
          </a:p>
        </p:txBody>
      </p:sp>
      <p:sp>
        <p:nvSpPr>
          <p:cNvPr id="174" name="Google Shape;174;p28"/>
          <p:cNvSpPr txBox="1">
            <a:spLocks noGrp="1"/>
          </p:cNvSpPr>
          <p:nvPr>
            <p:ph type="title" idx="15"/>
          </p:nvPr>
        </p:nvSpPr>
        <p:spPr>
          <a:xfrm>
            <a:off x="3416200" y="2626668"/>
            <a:ext cx="471900" cy="47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pic>
        <p:nvPicPr>
          <p:cNvPr id="175" name="Google Shape;175;p28" title="teamwork-business-analysis.jpg"/>
          <p:cNvPicPr preferRelativeResize="0">
            <a:picLocks noGrp="1"/>
          </p:cNvPicPr>
          <p:nvPr>
            <p:ph type="pic" idx="2"/>
          </p:nvPr>
        </p:nvPicPr>
        <p:blipFill rotWithShape="1">
          <a:blip r:embed="rId3">
            <a:alphaModFix/>
          </a:blip>
          <a:srcRect l="11579" t="5544" r="6934"/>
          <a:stretch/>
        </p:blipFill>
        <p:spPr>
          <a:xfrm>
            <a:off x="6511950" y="723550"/>
            <a:ext cx="2669699" cy="4419451"/>
          </a:xfrm>
          <a:prstGeom prst="rect">
            <a:avLst/>
          </a:prstGeom>
        </p:spPr>
      </p:pic>
      <p:grpSp>
        <p:nvGrpSpPr>
          <p:cNvPr id="10" name="Google Shape;143;p26">
            <a:extLst>
              <a:ext uri="{FF2B5EF4-FFF2-40B4-BE49-F238E27FC236}">
                <a16:creationId xmlns:a16="http://schemas.microsoft.com/office/drawing/2014/main" id="{21D0CA75-0F03-A662-04D3-355FB279CF19}"/>
              </a:ext>
            </a:extLst>
          </p:cNvPr>
          <p:cNvGrpSpPr/>
          <p:nvPr/>
        </p:nvGrpSpPr>
        <p:grpSpPr>
          <a:xfrm rot="5400000">
            <a:off x="8554758" y="130949"/>
            <a:ext cx="425676" cy="382727"/>
            <a:chOff x="8552100" y="4551675"/>
            <a:chExt cx="385800" cy="385800"/>
          </a:xfrm>
        </p:grpSpPr>
        <p:sp>
          <p:nvSpPr>
            <p:cNvPr id="11" name="Google Shape;144;p26">
              <a:extLst>
                <a:ext uri="{FF2B5EF4-FFF2-40B4-BE49-F238E27FC236}">
                  <a16:creationId xmlns:a16="http://schemas.microsoft.com/office/drawing/2014/main" id="{E417A9FD-E2AA-A35D-6DAA-DDF9F6A86DD8}"/>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12" name="Google Shape;145;p26">
              <a:extLst>
                <a:ext uri="{FF2B5EF4-FFF2-40B4-BE49-F238E27FC236}">
                  <a16:creationId xmlns:a16="http://schemas.microsoft.com/office/drawing/2014/main" id="{05AFFE5A-5E4B-56DA-17D8-37B3F0E33C2E}"/>
                </a:ext>
              </a:extLst>
            </p:cNvPr>
            <p:cNvGrpSpPr/>
            <p:nvPr/>
          </p:nvGrpSpPr>
          <p:grpSpPr>
            <a:xfrm rot="10800000" flipH="1">
              <a:off x="8632571" y="4632486"/>
              <a:ext cx="224463" cy="224463"/>
              <a:chOff x="3574522" y="1012747"/>
              <a:chExt cx="395321" cy="395321"/>
            </a:xfrm>
          </p:grpSpPr>
          <p:sp>
            <p:nvSpPr>
              <p:cNvPr id="13" name="Google Shape;146;p26">
                <a:extLst>
                  <a:ext uri="{FF2B5EF4-FFF2-40B4-BE49-F238E27FC236}">
                    <a16:creationId xmlns:a16="http://schemas.microsoft.com/office/drawing/2014/main" id="{814BC3D8-6BF0-5E48-785A-1764E8615FFB}"/>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4" name="Google Shape;147;p26">
                <a:extLst>
                  <a:ext uri="{FF2B5EF4-FFF2-40B4-BE49-F238E27FC236}">
                    <a16:creationId xmlns:a16="http://schemas.microsoft.com/office/drawing/2014/main" id="{777033D0-6C96-B805-63E9-A93AF198CB2E}"/>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5" name="Google Shape;180;p29">
            <a:extLst>
              <a:ext uri="{FF2B5EF4-FFF2-40B4-BE49-F238E27FC236}">
                <a16:creationId xmlns:a16="http://schemas.microsoft.com/office/drawing/2014/main" id="{A82294D0-8ADD-6457-5B6C-76DD76B5432E}"/>
              </a:ext>
            </a:extLst>
          </p:cNvPr>
          <p:cNvSpPr txBox="1">
            <a:spLocks/>
          </p:cNvSpPr>
          <p:nvPr/>
        </p:nvSpPr>
        <p:spPr>
          <a:xfrm>
            <a:off x="7214404" y="33326"/>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a:t>PEMAHAMAN BISNIS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2"/>
          <p:cNvSpPr txBox="1">
            <a:spLocks noGrp="1"/>
          </p:cNvSpPr>
          <p:nvPr>
            <p:ph type="title"/>
          </p:nvPr>
        </p:nvSpPr>
        <p:spPr>
          <a:xfrm>
            <a:off x="713550" y="543575"/>
            <a:ext cx="7717500" cy="5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Pendekatan Analisis</a:t>
            </a:r>
            <a:endParaRPr dirty="0"/>
          </a:p>
        </p:txBody>
      </p:sp>
      <p:sp>
        <p:nvSpPr>
          <p:cNvPr id="209" name="Google Shape;209;p32"/>
          <p:cNvSpPr txBox="1">
            <a:spLocks noGrp="1"/>
          </p:cNvSpPr>
          <p:nvPr>
            <p:ph type="subTitle" idx="1"/>
          </p:nvPr>
        </p:nvSpPr>
        <p:spPr>
          <a:xfrm>
            <a:off x="5630719" y="2075813"/>
            <a:ext cx="2636100" cy="760256"/>
          </a:xfrm>
          <a:prstGeom prst="rect">
            <a:avLst/>
          </a:prstGeom>
        </p:spPr>
        <p:txBody>
          <a:bodyPr spcFirstLastPara="1" wrap="square" lIns="91425" tIns="91425" rIns="91425" bIns="274300" anchor="t" anchorCtr="0">
            <a:noAutofit/>
          </a:bodyPr>
          <a:lstStyle/>
          <a:p>
            <a:pPr marL="0" lvl="0" indent="0" algn="l" rtl="0">
              <a:spcBef>
                <a:spcPts val="0"/>
              </a:spcBef>
              <a:spcAft>
                <a:spcPts val="0"/>
              </a:spcAft>
              <a:buNone/>
            </a:pPr>
            <a:r>
              <a:rPr lang="en" dirty="0"/>
              <a:t>Analisis Deskriptif dan visualisasi hubungan antar variable</a:t>
            </a:r>
            <a:endParaRPr dirty="0"/>
          </a:p>
        </p:txBody>
      </p:sp>
      <p:grpSp>
        <p:nvGrpSpPr>
          <p:cNvPr id="211" name="Google Shape;211;p32"/>
          <p:cNvGrpSpPr/>
          <p:nvPr/>
        </p:nvGrpSpPr>
        <p:grpSpPr>
          <a:xfrm>
            <a:off x="5083578" y="2170282"/>
            <a:ext cx="426657" cy="401468"/>
            <a:chOff x="1563300" y="1586675"/>
            <a:chExt cx="426657" cy="401468"/>
          </a:xfrm>
        </p:grpSpPr>
        <p:sp>
          <p:nvSpPr>
            <p:cNvPr id="212" name="Google Shape;212;p32"/>
            <p:cNvSpPr/>
            <p:nvPr/>
          </p:nvSpPr>
          <p:spPr>
            <a:xfrm>
              <a:off x="1563300" y="1586675"/>
              <a:ext cx="426657" cy="401468"/>
            </a:xfrm>
            <a:custGeom>
              <a:avLst/>
              <a:gdLst/>
              <a:ahLst/>
              <a:cxnLst/>
              <a:rect l="l" t="t" r="r" b="b"/>
              <a:pathLst>
                <a:path w="866308" h="815164" extrusionOk="0">
                  <a:moveTo>
                    <a:pt x="866143" y="662311"/>
                  </a:moveTo>
                  <a:lnTo>
                    <a:pt x="866143" y="0"/>
                  </a:lnTo>
                  <a:lnTo>
                    <a:pt x="0" y="0"/>
                  </a:lnTo>
                  <a:lnTo>
                    <a:pt x="0" y="662311"/>
                  </a:lnTo>
                  <a:lnTo>
                    <a:pt x="331197" y="662311"/>
                  </a:lnTo>
                  <a:lnTo>
                    <a:pt x="331197" y="764186"/>
                  </a:lnTo>
                  <a:lnTo>
                    <a:pt x="254811" y="764186"/>
                  </a:lnTo>
                  <a:lnTo>
                    <a:pt x="254811" y="815165"/>
                  </a:lnTo>
                  <a:lnTo>
                    <a:pt x="611497" y="815165"/>
                  </a:lnTo>
                  <a:lnTo>
                    <a:pt x="611497" y="764186"/>
                  </a:lnTo>
                  <a:lnTo>
                    <a:pt x="535112" y="764186"/>
                  </a:lnTo>
                  <a:lnTo>
                    <a:pt x="535112" y="662311"/>
                  </a:lnTo>
                  <a:lnTo>
                    <a:pt x="866308" y="662311"/>
                  </a:lnTo>
                  <a:close/>
                  <a:moveTo>
                    <a:pt x="815165" y="50896"/>
                  </a:moveTo>
                  <a:lnTo>
                    <a:pt x="815165" y="509457"/>
                  </a:lnTo>
                  <a:lnTo>
                    <a:pt x="50979" y="509457"/>
                  </a:lnTo>
                  <a:lnTo>
                    <a:pt x="50979" y="50896"/>
                  </a:lnTo>
                  <a:lnTo>
                    <a:pt x="815247" y="50896"/>
                  </a:lnTo>
                  <a:close/>
                  <a:moveTo>
                    <a:pt x="50979" y="611415"/>
                  </a:moveTo>
                  <a:lnTo>
                    <a:pt x="50979" y="560436"/>
                  </a:lnTo>
                  <a:lnTo>
                    <a:pt x="815247" y="560436"/>
                  </a:lnTo>
                  <a:lnTo>
                    <a:pt x="815247" y="611415"/>
                  </a:lnTo>
                  <a:lnTo>
                    <a:pt x="50979" y="611415"/>
                  </a:lnTo>
                  <a:close/>
                  <a:moveTo>
                    <a:pt x="484050" y="764268"/>
                  </a:moveTo>
                  <a:lnTo>
                    <a:pt x="382176" y="764268"/>
                  </a:lnTo>
                  <a:lnTo>
                    <a:pt x="382176" y="662393"/>
                  </a:lnTo>
                  <a:lnTo>
                    <a:pt x="484050" y="662393"/>
                  </a:lnTo>
                  <a:lnTo>
                    <a:pt x="484050" y="76426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3" name="Google Shape;213;p32"/>
            <p:cNvSpPr/>
            <p:nvPr/>
          </p:nvSpPr>
          <p:spPr>
            <a:xfrm>
              <a:off x="1613671" y="1636841"/>
              <a:ext cx="326127" cy="163228"/>
            </a:xfrm>
            <a:custGeom>
              <a:avLst/>
              <a:gdLst/>
              <a:ahLst/>
              <a:cxnLst/>
              <a:rect l="l" t="t" r="r" b="b"/>
              <a:pathLst>
                <a:path w="662187" h="331428" extrusionOk="0">
                  <a:moveTo>
                    <a:pt x="76282" y="178492"/>
                  </a:moveTo>
                  <a:cubicBezTo>
                    <a:pt x="89481" y="178492"/>
                    <a:pt x="102679" y="175110"/>
                    <a:pt x="114393" y="168346"/>
                  </a:cubicBezTo>
                  <a:lnTo>
                    <a:pt x="183354" y="227491"/>
                  </a:lnTo>
                  <a:cubicBezTo>
                    <a:pt x="164217" y="277398"/>
                    <a:pt x="200760" y="331428"/>
                    <a:pt x="254626" y="331428"/>
                  </a:cubicBezTo>
                  <a:cubicBezTo>
                    <a:pt x="313276" y="331428"/>
                    <a:pt x="350314" y="267746"/>
                    <a:pt x="320865" y="216850"/>
                  </a:cubicBezTo>
                  <a:lnTo>
                    <a:pt x="379928" y="147971"/>
                  </a:lnTo>
                  <a:cubicBezTo>
                    <a:pt x="401787" y="156385"/>
                    <a:pt x="425874" y="154240"/>
                    <a:pt x="445590" y="142939"/>
                  </a:cubicBezTo>
                  <a:lnTo>
                    <a:pt x="514551" y="202002"/>
                  </a:lnTo>
                  <a:cubicBezTo>
                    <a:pt x="504075" y="229306"/>
                    <a:pt x="509767" y="261560"/>
                    <a:pt x="531791" y="283584"/>
                  </a:cubicBezTo>
                  <a:cubicBezTo>
                    <a:pt x="546722" y="298515"/>
                    <a:pt x="566272" y="305939"/>
                    <a:pt x="585822" y="305939"/>
                  </a:cubicBezTo>
                  <a:cubicBezTo>
                    <a:pt x="605372" y="305939"/>
                    <a:pt x="624922" y="298515"/>
                    <a:pt x="639853" y="283584"/>
                  </a:cubicBezTo>
                  <a:cubicBezTo>
                    <a:pt x="669632" y="253806"/>
                    <a:pt x="669632" y="205301"/>
                    <a:pt x="639853" y="175523"/>
                  </a:cubicBezTo>
                  <a:cubicBezTo>
                    <a:pt x="614941" y="150611"/>
                    <a:pt x="576913" y="146569"/>
                    <a:pt x="547712" y="163314"/>
                  </a:cubicBezTo>
                  <a:lnTo>
                    <a:pt x="478751" y="104251"/>
                  </a:lnTo>
                  <a:cubicBezTo>
                    <a:pt x="508364" y="27206"/>
                    <a:pt x="411356" y="-35239"/>
                    <a:pt x="353448" y="22669"/>
                  </a:cubicBezTo>
                  <a:cubicBezTo>
                    <a:pt x="328536" y="47581"/>
                    <a:pt x="324412" y="85609"/>
                    <a:pt x="341240" y="114810"/>
                  </a:cubicBezTo>
                  <a:lnTo>
                    <a:pt x="282177" y="183689"/>
                  </a:lnTo>
                  <a:cubicBezTo>
                    <a:pt x="273516" y="180307"/>
                    <a:pt x="264194" y="178575"/>
                    <a:pt x="254626" y="178575"/>
                  </a:cubicBezTo>
                  <a:cubicBezTo>
                    <a:pt x="241015" y="178575"/>
                    <a:pt x="227981" y="182122"/>
                    <a:pt x="216515" y="188721"/>
                  </a:cubicBezTo>
                  <a:lnTo>
                    <a:pt x="147636" y="129658"/>
                  </a:lnTo>
                  <a:cubicBezTo>
                    <a:pt x="158112" y="102272"/>
                    <a:pt x="152421" y="70101"/>
                    <a:pt x="130396" y="48076"/>
                  </a:cubicBezTo>
                  <a:cubicBezTo>
                    <a:pt x="100617" y="18297"/>
                    <a:pt x="52113" y="18297"/>
                    <a:pt x="22334" y="48076"/>
                  </a:cubicBezTo>
                  <a:cubicBezTo>
                    <a:pt x="-7445" y="77855"/>
                    <a:pt x="-7445" y="126359"/>
                    <a:pt x="22334" y="156138"/>
                  </a:cubicBezTo>
                  <a:cubicBezTo>
                    <a:pt x="37265" y="171068"/>
                    <a:pt x="56815" y="178492"/>
                    <a:pt x="76365" y="178492"/>
                  </a:cubicBezTo>
                  <a:lnTo>
                    <a:pt x="76365" y="178492"/>
                  </a:lnTo>
                  <a:close/>
                  <a:moveTo>
                    <a:pt x="585740" y="204064"/>
                  </a:moveTo>
                  <a:cubicBezTo>
                    <a:pt x="599846" y="204064"/>
                    <a:pt x="611229" y="215448"/>
                    <a:pt x="611229" y="229554"/>
                  </a:cubicBezTo>
                  <a:cubicBezTo>
                    <a:pt x="611229" y="243659"/>
                    <a:pt x="599846" y="255043"/>
                    <a:pt x="585740" y="255043"/>
                  </a:cubicBezTo>
                  <a:cubicBezTo>
                    <a:pt x="571634" y="255043"/>
                    <a:pt x="560250" y="243659"/>
                    <a:pt x="560250" y="229554"/>
                  </a:cubicBezTo>
                  <a:cubicBezTo>
                    <a:pt x="560250" y="215448"/>
                    <a:pt x="571634" y="204064"/>
                    <a:pt x="585740" y="204064"/>
                  </a:cubicBezTo>
                  <a:lnTo>
                    <a:pt x="585740" y="204064"/>
                  </a:lnTo>
                  <a:close/>
                  <a:moveTo>
                    <a:pt x="407397" y="51210"/>
                  </a:moveTo>
                  <a:cubicBezTo>
                    <a:pt x="421503" y="51210"/>
                    <a:pt x="432886" y="62594"/>
                    <a:pt x="432886" y="76700"/>
                  </a:cubicBezTo>
                  <a:cubicBezTo>
                    <a:pt x="432886" y="90806"/>
                    <a:pt x="421503" y="102189"/>
                    <a:pt x="407397" y="102189"/>
                  </a:cubicBezTo>
                  <a:cubicBezTo>
                    <a:pt x="393291" y="102189"/>
                    <a:pt x="381907" y="90806"/>
                    <a:pt x="381907" y="76700"/>
                  </a:cubicBezTo>
                  <a:cubicBezTo>
                    <a:pt x="381907" y="62594"/>
                    <a:pt x="393291" y="51210"/>
                    <a:pt x="407397" y="51210"/>
                  </a:cubicBezTo>
                  <a:lnTo>
                    <a:pt x="407397" y="51210"/>
                  </a:lnTo>
                  <a:close/>
                  <a:moveTo>
                    <a:pt x="254626" y="229554"/>
                  </a:moveTo>
                  <a:cubicBezTo>
                    <a:pt x="268649" y="229554"/>
                    <a:pt x="280115" y="240937"/>
                    <a:pt x="280115" y="255043"/>
                  </a:cubicBezTo>
                  <a:cubicBezTo>
                    <a:pt x="280115" y="269149"/>
                    <a:pt x="268731" y="280532"/>
                    <a:pt x="254626" y="280532"/>
                  </a:cubicBezTo>
                  <a:cubicBezTo>
                    <a:pt x="247861" y="280532"/>
                    <a:pt x="241427" y="277893"/>
                    <a:pt x="236643" y="273026"/>
                  </a:cubicBezTo>
                  <a:cubicBezTo>
                    <a:pt x="220722" y="257105"/>
                    <a:pt x="232023" y="229554"/>
                    <a:pt x="254626" y="229554"/>
                  </a:cubicBezTo>
                  <a:lnTo>
                    <a:pt x="254626" y="229554"/>
                  </a:lnTo>
                  <a:close/>
                  <a:moveTo>
                    <a:pt x="58217" y="84124"/>
                  </a:moveTo>
                  <a:cubicBezTo>
                    <a:pt x="63002" y="79340"/>
                    <a:pt x="69436" y="76700"/>
                    <a:pt x="76200" y="76700"/>
                  </a:cubicBezTo>
                  <a:cubicBezTo>
                    <a:pt x="82964" y="76700"/>
                    <a:pt x="89398" y="79340"/>
                    <a:pt x="94183" y="84124"/>
                  </a:cubicBezTo>
                  <a:cubicBezTo>
                    <a:pt x="104082" y="94023"/>
                    <a:pt x="104082" y="110191"/>
                    <a:pt x="94183" y="120172"/>
                  </a:cubicBezTo>
                  <a:cubicBezTo>
                    <a:pt x="89398" y="124956"/>
                    <a:pt x="82964" y="127596"/>
                    <a:pt x="76200" y="127596"/>
                  </a:cubicBezTo>
                  <a:cubicBezTo>
                    <a:pt x="69436" y="127596"/>
                    <a:pt x="63002" y="124956"/>
                    <a:pt x="58217" y="120172"/>
                  </a:cubicBezTo>
                  <a:cubicBezTo>
                    <a:pt x="48318" y="110273"/>
                    <a:pt x="48318" y="94105"/>
                    <a:pt x="58217" y="84124"/>
                  </a:cubicBezTo>
                  <a:lnTo>
                    <a:pt x="58217" y="841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pic>
        <p:nvPicPr>
          <p:cNvPr id="214" name="Google Shape;214;p32" title="authentic-small-youthful-marketing-agency (1).jpg"/>
          <p:cNvPicPr preferRelativeResize="0">
            <a:picLocks noGrp="1"/>
          </p:cNvPicPr>
          <p:nvPr>
            <p:ph type="pic" idx="7"/>
          </p:nvPr>
        </p:nvPicPr>
        <p:blipFill rotWithShape="1">
          <a:blip r:embed="rId3">
            <a:alphaModFix/>
          </a:blip>
          <a:srcRect t="11473" b="32254"/>
          <a:stretch/>
        </p:blipFill>
        <p:spPr>
          <a:xfrm>
            <a:off x="0" y="1457675"/>
            <a:ext cx="4365301" cy="3685473"/>
          </a:xfrm>
          <a:prstGeom prst="rect">
            <a:avLst/>
          </a:prstGeom>
        </p:spPr>
      </p:pic>
      <p:grpSp>
        <p:nvGrpSpPr>
          <p:cNvPr id="216" name="Google Shape;216;p32"/>
          <p:cNvGrpSpPr/>
          <p:nvPr/>
        </p:nvGrpSpPr>
        <p:grpSpPr>
          <a:xfrm>
            <a:off x="5095757" y="3391919"/>
            <a:ext cx="426575" cy="426535"/>
            <a:chOff x="2805040" y="1574095"/>
            <a:chExt cx="426575" cy="426535"/>
          </a:xfrm>
        </p:grpSpPr>
        <p:sp>
          <p:nvSpPr>
            <p:cNvPr id="217" name="Google Shape;217;p32"/>
            <p:cNvSpPr/>
            <p:nvPr/>
          </p:nvSpPr>
          <p:spPr>
            <a:xfrm>
              <a:off x="2805040" y="1574095"/>
              <a:ext cx="426575" cy="426535"/>
            </a:xfrm>
            <a:custGeom>
              <a:avLst/>
              <a:gdLst/>
              <a:ahLst/>
              <a:cxnLst/>
              <a:rect l="l" t="t" r="r" b="b"/>
              <a:pathLst>
                <a:path w="866143" h="866060" extrusionOk="0">
                  <a:moveTo>
                    <a:pt x="0" y="0"/>
                  </a:moveTo>
                  <a:lnTo>
                    <a:pt x="0" y="152854"/>
                  </a:lnTo>
                  <a:lnTo>
                    <a:pt x="50979" y="152854"/>
                  </a:lnTo>
                  <a:lnTo>
                    <a:pt x="50979" y="662311"/>
                  </a:lnTo>
                  <a:lnTo>
                    <a:pt x="407665" y="662311"/>
                  </a:lnTo>
                  <a:lnTo>
                    <a:pt x="407665" y="717662"/>
                  </a:lnTo>
                  <a:cubicBezTo>
                    <a:pt x="377969" y="728138"/>
                    <a:pt x="356686" y="756514"/>
                    <a:pt x="356686" y="789675"/>
                  </a:cubicBezTo>
                  <a:cubicBezTo>
                    <a:pt x="356686" y="831828"/>
                    <a:pt x="391002" y="866061"/>
                    <a:pt x="433072" y="866061"/>
                  </a:cubicBezTo>
                  <a:cubicBezTo>
                    <a:pt x="475142" y="866061"/>
                    <a:pt x="509457" y="831745"/>
                    <a:pt x="509457" y="789675"/>
                  </a:cubicBezTo>
                  <a:cubicBezTo>
                    <a:pt x="509457" y="756432"/>
                    <a:pt x="488175" y="728138"/>
                    <a:pt x="458478" y="717662"/>
                  </a:cubicBezTo>
                  <a:lnTo>
                    <a:pt x="458478" y="662311"/>
                  </a:lnTo>
                  <a:lnTo>
                    <a:pt x="815165" y="662311"/>
                  </a:lnTo>
                  <a:lnTo>
                    <a:pt x="815165" y="152854"/>
                  </a:lnTo>
                  <a:lnTo>
                    <a:pt x="866143" y="152854"/>
                  </a:lnTo>
                  <a:lnTo>
                    <a:pt x="866143" y="0"/>
                  </a:lnTo>
                  <a:lnTo>
                    <a:pt x="0" y="0"/>
                  </a:lnTo>
                  <a:close/>
                  <a:moveTo>
                    <a:pt x="433072" y="815165"/>
                  </a:moveTo>
                  <a:cubicBezTo>
                    <a:pt x="419048" y="815165"/>
                    <a:pt x="407582" y="803781"/>
                    <a:pt x="407582" y="789675"/>
                  </a:cubicBezTo>
                  <a:cubicBezTo>
                    <a:pt x="407582" y="775570"/>
                    <a:pt x="419048" y="764186"/>
                    <a:pt x="433072" y="764186"/>
                  </a:cubicBezTo>
                  <a:cubicBezTo>
                    <a:pt x="447095" y="764186"/>
                    <a:pt x="458561" y="775652"/>
                    <a:pt x="458561" y="789675"/>
                  </a:cubicBezTo>
                  <a:cubicBezTo>
                    <a:pt x="458561" y="803699"/>
                    <a:pt x="447095" y="815165"/>
                    <a:pt x="433072" y="815165"/>
                  </a:cubicBezTo>
                  <a:lnTo>
                    <a:pt x="433072" y="815165"/>
                  </a:lnTo>
                  <a:close/>
                  <a:moveTo>
                    <a:pt x="764268" y="611415"/>
                  </a:moveTo>
                  <a:lnTo>
                    <a:pt x="101957" y="611415"/>
                  </a:lnTo>
                  <a:lnTo>
                    <a:pt x="101957" y="152854"/>
                  </a:lnTo>
                  <a:lnTo>
                    <a:pt x="764268" y="152854"/>
                  </a:lnTo>
                  <a:lnTo>
                    <a:pt x="764268" y="611415"/>
                  </a:lnTo>
                  <a:close/>
                  <a:moveTo>
                    <a:pt x="815165" y="101875"/>
                  </a:moveTo>
                  <a:lnTo>
                    <a:pt x="50896" y="101875"/>
                  </a:lnTo>
                  <a:lnTo>
                    <a:pt x="50896" y="50896"/>
                  </a:lnTo>
                  <a:lnTo>
                    <a:pt x="815165" y="50896"/>
                  </a:lnTo>
                  <a:lnTo>
                    <a:pt x="815165" y="10187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8" name="Google Shape;218;p32"/>
            <p:cNvSpPr/>
            <p:nvPr/>
          </p:nvSpPr>
          <p:spPr>
            <a:xfrm>
              <a:off x="2880481" y="1724976"/>
              <a:ext cx="25107" cy="25107"/>
            </a:xfrm>
            <a:custGeom>
              <a:avLst/>
              <a:gdLst/>
              <a:ahLst/>
              <a:cxnLst/>
              <a:rect l="l" t="t" r="r" b="b"/>
              <a:pathLst>
                <a:path w="50978" h="50978" extrusionOk="0">
                  <a:moveTo>
                    <a:pt x="0" y="0"/>
                  </a:moveTo>
                  <a:lnTo>
                    <a:pt x="50979" y="0"/>
                  </a:lnTo>
                  <a:lnTo>
                    <a:pt x="50979" y="50979"/>
                  </a:lnTo>
                  <a:lnTo>
                    <a:pt x="0" y="5097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9" name="Google Shape;219;p32"/>
            <p:cNvSpPr/>
            <p:nvPr/>
          </p:nvSpPr>
          <p:spPr>
            <a:xfrm>
              <a:off x="2930762" y="1699816"/>
              <a:ext cx="25107" cy="50173"/>
            </a:xfrm>
            <a:custGeom>
              <a:avLst/>
              <a:gdLst/>
              <a:ahLst/>
              <a:cxnLst/>
              <a:rect l="l" t="t" r="r" b="b"/>
              <a:pathLst>
                <a:path w="50978" h="101874" extrusionOk="0">
                  <a:moveTo>
                    <a:pt x="0" y="0"/>
                  </a:moveTo>
                  <a:lnTo>
                    <a:pt x="50979" y="0"/>
                  </a:lnTo>
                  <a:lnTo>
                    <a:pt x="50979" y="101875"/>
                  </a:lnTo>
                  <a:lnTo>
                    <a:pt x="0" y="10187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0" name="Google Shape;220;p32"/>
            <p:cNvSpPr/>
            <p:nvPr/>
          </p:nvSpPr>
          <p:spPr>
            <a:xfrm>
              <a:off x="2981083" y="1674696"/>
              <a:ext cx="25107" cy="75280"/>
            </a:xfrm>
            <a:custGeom>
              <a:avLst/>
              <a:gdLst/>
              <a:ahLst/>
              <a:cxnLst/>
              <a:rect l="l" t="t" r="r" b="b"/>
              <a:pathLst>
                <a:path w="50978" h="152853" extrusionOk="0">
                  <a:moveTo>
                    <a:pt x="0" y="0"/>
                  </a:moveTo>
                  <a:lnTo>
                    <a:pt x="50979" y="0"/>
                  </a:lnTo>
                  <a:lnTo>
                    <a:pt x="50979" y="152854"/>
                  </a:lnTo>
                  <a:lnTo>
                    <a:pt x="0" y="15285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1" name="Google Shape;221;p32"/>
            <p:cNvSpPr/>
            <p:nvPr/>
          </p:nvSpPr>
          <p:spPr>
            <a:xfrm>
              <a:off x="3060188" y="1676813"/>
              <a:ext cx="71015" cy="71015"/>
            </a:xfrm>
            <a:custGeom>
              <a:avLst/>
              <a:gdLst/>
              <a:ahLst/>
              <a:cxnLst/>
              <a:rect l="l" t="t" r="r" b="b"/>
              <a:pathLst>
                <a:path w="144192" h="144192" extrusionOk="0">
                  <a:moveTo>
                    <a:pt x="36048" y="144192"/>
                  </a:moveTo>
                  <a:lnTo>
                    <a:pt x="72096" y="108144"/>
                  </a:lnTo>
                  <a:lnTo>
                    <a:pt x="108144" y="144192"/>
                  </a:lnTo>
                  <a:lnTo>
                    <a:pt x="144192" y="108144"/>
                  </a:lnTo>
                  <a:lnTo>
                    <a:pt x="108144" y="72096"/>
                  </a:lnTo>
                  <a:lnTo>
                    <a:pt x="144192" y="36048"/>
                  </a:lnTo>
                  <a:lnTo>
                    <a:pt x="108144" y="0"/>
                  </a:lnTo>
                  <a:lnTo>
                    <a:pt x="72096" y="36048"/>
                  </a:lnTo>
                  <a:lnTo>
                    <a:pt x="36048" y="0"/>
                  </a:lnTo>
                  <a:lnTo>
                    <a:pt x="0" y="36048"/>
                  </a:lnTo>
                  <a:lnTo>
                    <a:pt x="36048" y="72096"/>
                  </a:lnTo>
                  <a:lnTo>
                    <a:pt x="0" y="108144"/>
                  </a:lnTo>
                  <a:lnTo>
                    <a:pt x="36048" y="14419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2" name="Google Shape;222;p32"/>
            <p:cNvSpPr/>
            <p:nvPr/>
          </p:nvSpPr>
          <p:spPr>
            <a:xfrm>
              <a:off x="3060188" y="1766381"/>
              <a:ext cx="93034" cy="76824"/>
            </a:xfrm>
            <a:custGeom>
              <a:avLst/>
              <a:gdLst/>
              <a:ahLst/>
              <a:cxnLst/>
              <a:rect l="l" t="t" r="r" b="b"/>
              <a:pathLst>
                <a:path w="188901" h="155988" extrusionOk="0">
                  <a:moveTo>
                    <a:pt x="188902" y="36048"/>
                  </a:moveTo>
                  <a:lnTo>
                    <a:pt x="152854" y="0"/>
                  </a:lnTo>
                  <a:lnTo>
                    <a:pt x="68961" y="83892"/>
                  </a:lnTo>
                  <a:lnTo>
                    <a:pt x="36048" y="50979"/>
                  </a:lnTo>
                  <a:lnTo>
                    <a:pt x="0" y="87027"/>
                  </a:lnTo>
                  <a:lnTo>
                    <a:pt x="68961" y="155988"/>
                  </a:lnTo>
                  <a:lnTo>
                    <a:pt x="188902" y="3604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3" name="Google Shape;223;p32"/>
            <p:cNvSpPr/>
            <p:nvPr/>
          </p:nvSpPr>
          <p:spPr>
            <a:xfrm>
              <a:off x="2893061" y="1775257"/>
              <a:ext cx="100387" cy="25107"/>
            </a:xfrm>
            <a:custGeom>
              <a:avLst/>
              <a:gdLst/>
              <a:ahLst/>
              <a:cxnLst/>
              <a:rect l="l" t="t" r="r" b="b"/>
              <a:pathLst>
                <a:path w="203832" h="50978" extrusionOk="0">
                  <a:moveTo>
                    <a:pt x="0" y="0"/>
                  </a:moveTo>
                  <a:lnTo>
                    <a:pt x="203832" y="0"/>
                  </a:lnTo>
                  <a:lnTo>
                    <a:pt x="203832" y="50979"/>
                  </a:lnTo>
                  <a:lnTo>
                    <a:pt x="0" y="5097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4" name="Google Shape;224;p32"/>
            <p:cNvSpPr/>
            <p:nvPr/>
          </p:nvSpPr>
          <p:spPr>
            <a:xfrm>
              <a:off x="2893061" y="1825537"/>
              <a:ext cx="100387" cy="25107"/>
            </a:xfrm>
            <a:custGeom>
              <a:avLst/>
              <a:gdLst/>
              <a:ahLst/>
              <a:cxnLst/>
              <a:rect l="l" t="t" r="r" b="b"/>
              <a:pathLst>
                <a:path w="203832" h="50978" extrusionOk="0">
                  <a:moveTo>
                    <a:pt x="0" y="0"/>
                  </a:moveTo>
                  <a:lnTo>
                    <a:pt x="203832" y="0"/>
                  </a:lnTo>
                  <a:lnTo>
                    <a:pt x="203832" y="50979"/>
                  </a:lnTo>
                  <a:lnTo>
                    <a:pt x="0" y="5097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225" name="Google Shape;225;p32"/>
          <p:cNvSpPr txBox="1">
            <a:spLocks noGrp="1"/>
          </p:cNvSpPr>
          <p:nvPr>
            <p:ph type="subTitle" idx="3"/>
          </p:nvPr>
        </p:nvSpPr>
        <p:spPr>
          <a:xfrm>
            <a:off x="5630719" y="3306192"/>
            <a:ext cx="2636100" cy="547500"/>
          </a:xfrm>
          <a:prstGeom prst="rect">
            <a:avLst/>
          </a:prstGeom>
        </p:spPr>
        <p:txBody>
          <a:bodyPr spcFirstLastPara="1" wrap="square" lIns="91425" tIns="91425" rIns="91425" bIns="274300" anchor="t" anchorCtr="0">
            <a:noAutofit/>
          </a:bodyPr>
          <a:lstStyle/>
          <a:p>
            <a:pPr marL="0" lvl="0" indent="0" algn="l" rtl="0">
              <a:spcBef>
                <a:spcPts val="0"/>
              </a:spcBef>
              <a:spcAft>
                <a:spcPts val="0"/>
              </a:spcAft>
              <a:buNone/>
            </a:pPr>
            <a:r>
              <a:rPr lang="en" dirty="0"/>
              <a:t>Segmentasi Pelanggan menggunakan metode RFM</a:t>
            </a:r>
            <a:endParaRPr dirty="0"/>
          </a:p>
        </p:txBody>
      </p:sp>
      <p:grpSp>
        <p:nvGrpSpPr>
          <p:cNvPr id="10" name="Google Shape;143;p26">
            <a:extLst>
              <a:ext uri="{FF2B5EF4-FFF2-40B4-BE49-F238E27FC236}">
                <a16:creationId xmlns:a16="http://schemas.microsoft.com/office/drawing/2014/main" id="{10F88196-A5CD-D5C3-3464-4BCE02F62A41}"/>
              </a:ext>
            </a:extLst>
          </p:cNvPr>
          <p:cNvGrpSpPr/>
          <p:nvPr/>
        </p:nvGrpSpPr>
        <p:grpSpPr>
          <a:xfrm rot="5400000">
            <a:off x="8619052" y="80943"/>
            <a:ext cx="425676" cy="382727"/>
            <a:chOff x="8552100" y="4551675"/>
            <a:chExt cx="385800" cy="385800"/>
          </a:xfrm>
        </p:grpSpPr>
        <p:sp>
          <p:nvSpPr>
            <p:cNvPr id="11" name="Google Shape;144;p26">
              <a:extLst>
                <a:ext uri="{FF2B5EF4-FFF2-40B4-BE49-F238E27FC236}">
                  <a16:creationId xmlns:a16="http://schemas.microsoft.com/office/drawing/2014/main" id="{81636956-3E88-9A62-3368-1545BBABC3C1}"/>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12" name="Google Shape;145;p26">
              <a:extLst>
                <a:ext uri="{FF2B5EF4-FFF2-40B4-BE49-F238E27FC236}">
                  <a16:creationId xmlns:a16="http://schemas.microsoft.com/office/drawing/2014/main" id="{66BB86DA-5E75-6D2A-C87F-8DBF10229331}"/>
                </a:ext>
              </a:extLst>
            </p:cNvPr>
            <p:cNvGrpSpPr/>
            <p:nvPr/>
          </p:nvGrpSpPr>
          <p:grpSpPr>
            <a:xfrm rot="10800000" flipH="1">
              <a:off x="8632571" y="4632486"/>
              <a:ext cx="224463" cy="224463"/>
              <a:chOff x="3574522" y="1012747"/>
              <a:chExt cx="395321" cy="395321"/>
            </a:xfrm>
          </p:grpSpPr>
          <p:sp>
            <p:nvSpPr>
              <p:cNvPr id="13" name="Google Shape;146;p26">
                <a:extLst>
                  <a:ext uri="{FF2B5EF4-FFF2-40B4-BE49-F238E27FC236}">
                    <a16:creationId xmlns:a16="http://schemas.microsoft.com/office/drawing/2014/main" id="{68E1181A-F8AE-596C-D930-86952BFEF8C7}"/>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4" name="Google Shape;147;p26">
                <a:extLst>
                  <a:ext uri="{FF2B5EF4-FFF2-40B4-BE49-F238E27FC236}">
                    <a16:creationId xmlns:a16="http://schemas.microsoft.com/office/drawing/2014/main" id="{90970BC5-7AE1-27CA-E4D3-CEC86AA3FF65}"/>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5" name="Google Shape;180;p29">
            <a:extLst>
              <a:ext uri="{FF2B5EF4-FFF2-40B4-BE49-F238E27FC236}">
                <a16:creationId xmlns:a16="http://schemas.microsoft.com/office/drawing/2014/main" id="{F7EC93A7-B774-0CAB-7E4D-94789AB691B7}"/>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a:t>PEMAHAMAN BISNIS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713550" y="539500"/>
            <a:ext cx="7717800" cy="680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Deskripsi dan Kolom Data</a:t>
            </a:r>
            <a:endParaRPr dirty="0"/>
          </a:p>
        </p:txBody>
      </p:sp>
      <p:sp>
        <p:nvSpPr>
          <p:cNvPr id="203" name="Google Shape;203;p31"/>
          <p:cNvSpPr txBox="1">
            <a:spLocks noGrp="1"/>
          </p:cNvSpPr>
          <p:nvPr>
            <p:ph type="subTitle" idx="1"/>
          </p:nvPr>
        </p:nvSpPr>
        <p:spPr>
          <a:xfrm>
            <a:off x="2126600" y="1457674"/>
            <a:ext cx="6304800" cy="3587241"/>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Dataset yang </a:t>
            </a:r>
            <a:r>
              <a:rPr lang="en-US" dirty="0" err="1"/>
              <a:t>digunakan</a:t>
            </a:r>
            <a:r>
              <a:rPr lang="en-US" dirty="0"/>
              <a:t> </a:t>
            </a:r>
            <a:r>
              <a:rPr lang="en-US" dirty="0" err="1"/>
              <a:t>berasal</a:t>
            </a:r>
            <a:r>
              <a:rPr lang="en-US" dirty="0"/>
              <a:t> </a:t>
            </a:r>
            <a:r>
              <a:rPr lang="en-US" dirty="0" err="1"/>
              <a:t>dari</a:t>
            </a:r>
            <a:r>
              <a:rPr lang="en-US" dirty="0"/>
              <a:t> Kaggle yang </a:t>
            </a:r>
            <a:r>
              <a:rPr lang="en-US" dirty="0" err="1"/>
              <a:t>berisi</a:t>
            </a:r>
            <a:r>
              <a:rPr lang="en-US" dirty="0"/>
              <a:t> data </a:t>
            </a:r>
            <a:r>
              <a:rPr lang="en-US" dirty="0" err="1"/>
              <a:t>transaksi</a:t>
            </a:r>
            <a:r>
              <a:rPr lang="en-US" dirty="0"/>
              <a:t> </a:t>
            </a:r>
            <a:r>
              <a:rPr lang="en-US" dirty="0" err="1"/>
              <a:t>historis</a:t>
            </a:r>
            <a:r>
              <a:rPr lang="en-US" dirty="0"/>
              <a:t> </a:t>
            </a:r>
            <a:r>
              <a:rPr lang="en-US" dirty="0" err="1"/>
              <a:t>dari</a:t>
            </a:r>
            <a:r>
              <a:rPr lang="en-US" dirty="0"/>
              <a:t> </a:t>
            </a:r>
            <a:r>
              <a:rPr lang="en-US" dirty="0" err="1"/>
              <a:t>sebuah</a:t>
            </a:r>
            <a:r>
              <a:rPr lang="en-US" dirty="0"/>
              <a:t> Perusahaan retail non-</a:t>
            </a:r>
            <a:r>
              <a:rPr lang="en-US" dirty="0" err="1"/>
              <a:t>toko</a:t>
            </a:r>
            <a:r>
              <a:rPr lang="en-US" dirty="0"/>
              <a:t> yang </a:t>
            </a:r>
            <a:r>
              <a:rPr lang="en-US" dirty="0" err="1"/>
              <a:t>beroperasi</a:t>
            </a:r>
            <a:r>
              <a:rPr lang="en-US" dirty="0"/>
              <a:t> </a:t>
            </a:r>
            <a:r>
              <a:rPr lang="en-US" dirty="0" err="1"/>
              <a:t>secara</a:t>
            </a:r>
            <a:r>
              <a:rPr lang="en-US" dirty="0"/>
              <a:t> e-commerce dan </a:t>
            </a:r>
            <a:r>
              <a:rPr lang="en-US" dirty="0" err="1"/>
              <a:t>berbasis</a:t>
            </a:r>
            <a:r>
              <a:rPr lang="en-US" dirty="0"/>
              <a:t> di </a:t>
            </a:r>
            <a:r>
              <a:rPr lang="en-US" dirty="0" err="1"/>
              <a:t>inggris</a:t>
            </a:r>
            <a:r>
              <a:rPr lang="en-US" dirty="0"/>
              <a:t>. </a:t>
            </a:r>
          </a:p>
        </p:txBody>
      </p:sp>
      <p:graphicFrame>
        <p:nvGraphicFramePr>
          <p:cNvPr id="2" name="Table 1">
            <a:extLst>
              <a:ext uri="{FF2B5EF4-FFF2-40B4-BE49-F238E27FC236}">
                <a16:creationId xmlns:a16="http://schemas.microsoft.com/office/drawing/2014/main" id="{AB59CFC7-8B11-B13F-C948-6D0741CEC113}"/>
              </a:ext>
            </a:extLst>
          </p:cNvPr>
          <p:cNvGraphicFramePr>
            <a:graphicFrameLocks noGrp="1"/>
          </p:cNvGraphicFramePr>
          <p:nvPr>
            <p:extLst>
              <p:ext uri="{D42A27DB-BD31-4B8C-83A1-F6EECF244321}">
                <p14:modId xmlns:p14="http://schemas.microsoft.com/office/powerpoint/2010/main" val="2481591720"/>
              </p:ext>
            </p:extLst>
          </p:nvPr>
        </p:nvGraphicFramePr>
        <p:xfrm>
          <a:off x="3029909" y="2393155"/>
          <a:ext cx="4498182" cy="2651760"/>
        </p:xfrm>
        <a:graphic>
          <a:graphicData uri="http://schemas.openxmlformats.org/drawingml/2006/table">
            <a:tbl>
              <a:tblPr firstRow="1" bandRow="1">
                <a:tableStyleId>{CBE44E95-0AF6-4B93-B0A8-A5AA499CB2B1}</a:tableStyleId>
              </a:tblPr>
              <a:tblGrid>
                <a:gridCol w="2249091">
                  <a:extLst>
                    <a:ext uri="{9D8B030D-6E8A-4147-A177-3AD203B41FA5}">
                      <a16:colId xmlns:a16="http://schemas.microsoft.com/office/drawing/2014/main" val="3312234414"/>
                    </a:ext>
                  </a:extLst>
                </a:gridCol>
                <a:gridCol w="2249091">
                  <a:extLst>
                    <a:ext uri="{9D8B030D-6E8A-4147-A177-3AD203B41FA5}">
                      <a16:colId xmlns:a16="http://schemas.microsoft.com/office/drawing/2014/main" val="3872777909"/>
                    </a:ext>
                  </a:extLst>
                </a:gridCol>
              </a:tblGrid>
              <a:tr h="265966">
                <a:tc>
                  <a:txBody>
                    <a:bodyPr/>
                    <a:lstStyle/>
                    <a:p>
                      <a:r>
                        <a:rPr lang="en-US" dirty="0">
                          <a:solidFill>
                            <a:schemeClr val="tx1"/>
                          </a:solidFill>
                          <a:latin typeface="Syne" panose="020B0604020202020204" charset="0"/>
                        </a:rPr>
                        <a:t>Invoice No</a:t>
                      </a:r>
                    </a:p>
                  </a:txBody>
                  <a:tcPr/>
                </a:tc>
                <a:tc>
                  <a:txBody>
                    <a:bodyPr/>
                    <a:lstStyle/>
                    <a:p>
                      <a:r>
                        <a:rPr lang="en-US" dirty="0">
                          <a:solidFill>
                            <a:schemeClr val="tx1"/>
                          </a:solidFill>
                          <a:latin typeface="Syne" panose="020B0604020202020204" charset="0"/>
                        </a:rPr>
                        <a:t>No Invoice </a:t>
                      </a:r>
                      <a:r>
                        <a:rPr lang="en-US" dirty="0" err="1">
                          <a:solidFill>
                            <a:schemeClr val="tx1"/>
                          </a:solidFill>
                          <a:latin typeface="Syne" panose="020B0604020202020204" charset="0"/>
                        </a:rPr>
                        <a:t>transaksi</a:t>
                      </a:r>
                      <a:endParaRPr lang="en-US" dirty="0">
                        <a:solidFill>
                          <a:schemeClr val="tx1"/>
                        </a:solidFill>
                        <a:latin typeface="Syne" panose="020B0604020202020204" charset="0"/>
                      </a:endParaRPr>
                    </a:p>
                  </a:txBody>
                  <a:tcPr/>
                </a:tc>
                <a:extLst>
                  <a:ext uri="{0D108BD9-81ED-4DB2-BD59-A6C34878D82A}">
                    <a16:rowId xmlns:a16="http://schemas.microsoft.com/office/drawing/2014/main" val="2113496897"/>
                  </a:ext>
                </a:extLst>
              </a:tr>
              <a:tr h="265966">
                <a:tc>
                  <a:txBody>
                    <a:bodyPr/>
                    <a:lstStyle/>
                    <a:p>
                      <a:r>
                        <a:rPr lang="en-US" dirty="0">
                          <a:solidFill>
                            <a:schemeClr val="tx1"/>
                          </a:solidFill>
                          <a:latin typeface="Syne" panose="020B0604020202020204" charset="0"/>
                        </a:rPr>
                        <a:t>Stock Code</a:t>
                      </a:r>
                    </a:p>
                  </a:txBody>
                  <a:tcPr/>
                </a:tc>
                <a:tc>
                  <a:txBody>
                    <a:bodyPr/>
                    <a:lstStyle/>
                    <a:p>
                      <a:r>
                        <a:rPr lang="en-US" dirty="0">
                          <a:solidFill>
                            <a:schemeClr val="tx1"/>
                          </a:solidFill>
                          <a:latin typeface="Syne" panose="020B0604020202020204" charset="0"/>
                        </a:rPr>
                        <a:t>Kode </a:t>
                      </a:r>
                      <a:r>
                        <a:rPr lang="en-US" dirty="0" err="1">
                          <a:solidFill>
                            <a:schemeClr val="tx1"/>
                          </a:solidFill>
                          <a:latin typeface="Syne" panose="020B0604020202020204" charset="0"/>
                        </a:rPr>
                        <a:t>barang</a:t>
                      </a:r>
                      <a:endParaRPr lang="en-US" dirty="0">
                        <a:solidFill>
                          <a:schemeClr val="tx1"/>
                        </a:solidFill>
                        <a:latin typeface="Syne" panose="020B0604020202020204" charset="0"/>
                      </a:endParaRPr>
                    </a:p>
                  </a:txBody>
                  <a:tcPr/>
                </a:tc>
                <a:extLst>
                  <a:ext uri="{0D108BD9-81ED-4DB2-BD59-A6C34878D82A}">
                    <a16:rowId xmlns:a16="http://schemas.microsoft.com/office/drawing/2014/main" val="734259975"/>
                  </a:ext>
                </a:extLst>
              </a:tr>
              <a:tr h="265966">
                <a:tc>
                  <a:txBody>
                    <a:bodyPr/>
                    <a:lstStyle/>
                    <a:p>
                      <a:r>
                        <a:rPr lang="en-US" dirty="0">
                          <a:solidFill>
                            <a:schemeClr val="tx1"/>
                          </a:solidFill>
                          <a:latin typeface="Syne" panose="020B0604020202020204" charset="0"/>
                        </a:rPr>
                        <a:t>Description</a:t>
                      </a:r>
                    </a:p>
                  </a:txBody>
                  <a:tcPr/>
                </a:tc>
                <a:tc>
                  <a:txBody>
                    <a:bodyPr/>
                    <a:lstStyle/>
                    <a:p>
                      <a:r>
                        <a:rPr lang="en-US" dirty="0">
                          <a:solidFill>
                            <a:schemeClr val="tx1"/>
                          </a:solidFill>
                          <a:latin typeface="Syne" panose="020B0604020202020204" charset="0"/>
                        </a:rPr>
                        <a:t>Nama </a:t>
                      </a:r>
                      <a:r>
                        <a:rPr lang="en-US" dirty="0" err="1">
                          <a:solidFill>
                            <a:schemeClr val="tx1"/>
                          </a:solidFill>
                          <a:latin typeface="Syne" panose="020B0604020202020204" charset="0"/>
                        </a:rPr>
                        <a:t>barang</a:t>
                      </a:r>
                      <a:endParaRPr lang="en-US" dirty="0">
                        <a:solidFill>
                          <a:schemeClr val="tx1"/>
                        </a:solidFill>
                        <a:latin typeface="Syne" panose="020B0604020202020204" charset="0"/>
                      </a:endParaRPr>
                    </a:p>
                  </a:txBody>
                  <a:tcPr/>
                </a:tc>
                <a:extLst>
                  <a:ext uri="{0D108BD9-81ED-4DB2-BD59-A6C34878D82A}">
                    <a16:rowId xmlns:a16="http://schemas.microsoft.com/office/drawing/2014/main" val="3472172063"/>
                  </a:ext>
                </a:extLst>
              </a:tr>
              <a:tr h="265966">
                <a:tc>
                  <a:txBody>
                    <a:bodyPr/>
                    <a:lstStyle/>
                    <a:p>
                      <a:r>
                        <a:rPr lang="en-US" dirty="0">
                          <a:solidFill>
                            <a:schemeClr val="tx1"/>
                          </a:solidFill>
                          <a:latin typeface="Syne" panose="020B0604020202020204" charset="0"/>
                        </a:rPr>
                        <a:t>Quantity</a:t>
                      </a:r>
                    </a:p>
                  </a:txBody>
                  <a:tcPr/>
                </a:tc>
                <a:tc>
                  <a:txBody>
                    <a:bodyPr/>
                    <a:lstStyle/>
                    <a:p>
                      <a:r>
                        <a:rPr lang="en-US" dirty="0" err="1">
                          <a:solidFill>
                            <a:schemeClr val="tx1"/>
                          </a:solidFill>
                          <a:latin typeface="Syne" panose="020B0604020202020204" charset="0"/>
                        </a:rPr>
                        <a:t>Jumlah</a:t>
                      </a:r>
                      <a:r>
                        <a:rPr lang="en-US" dirty="0">
                          <a:solidFill>
                            <a:schemeClr val="tx1"/>
                          </a:solidFill>
                          <a:latin typeface="Syne" panose="020B0604020202020204" charset="0"/>
                        </a:rPr>
                        <a:t> </a:t>
                      </a:r>
                      <a:r>
                        <a:rPr lang="en-US" dirty="0" err="1">
                          <a:solidFill>
                            <a:schemeClr val="tx1"/>
                          </a:solidFill>
                          <a:latin typeface="Syne" panose="020B0604020202020204" charset="0"/>
                        </a:rPr>
                        <a:t>belanja</a:t>
                      </a:r>
                      <a:endParaRPr lang="en-US" dirty="0">
                        <a:solidFill>
                          <a:schemeClr val="tx1"/>
                        </a:solidFill>
                        <a:latin typeface="Syne" panose="020B0604020202020204" charset="0"/>
                      </a:endParaRPr>
                    </a:p>
                  </a:txBody>
                  <a:tcPr/>
                </a:tc>
                <a:extLst>
                  <a:ext uri="{0D108BD9-81ED-4DB2-BD59-A6C34878D82A}">
                    <a16:rowId xmlns:a16="http://schemas.microsoft.com/office/drawing/2014/main" val="2094392536"/>
                  </a:ext>
                </a:extLst>
              </a:tr>
              <a:tr h="265966">
                <a:tc>
                  <a:txBody>
                    <a:bodyPr/>
                    <a:lstStyle/>
                    <a:p>
                      <a:r>
                        <a:rPr lang="en-US" dirty="0">
                          <a:solidFill>
                            <a:schemeClr val="tx1"/>
                          </a:solidFill>
                          <a:latin typeface="Syne" panose="020B0604020202020204" charset="0"/>
                        </a:rPr>
                        <a:t>Invoice Date</a:t>
                      </a:r>
                    </a:p>
                  </a:txBody>
                  <a:tcPr/>
                </a:tc>
                <a:tc>
                  <a:txBody>
                    <a:bodyPr/>
                    <a:lstStyle/>
                    <a:p>
                      <a:r>
                        <a:rPr lang="en-US" dirty="0" err="1">
                          <a:solidFill>
                            <a:schemeClr val="tx1"/>
                          </a:solidFill>
                          <a:latin typeface="Syne" panose="020B0604020202020204" charset="0"/>
                        </a:rPr>
                        <a:t>Tanggal</a:t>
                      </a:r>
                      <a:r>
                        <a:rPr lang="en-US" dirty="0">
                          <a:solidFill>
                            <a:schemeClr val="tx1"/>
                          </a:solidFill>
                          <a:latin typeface="Syne" panose="020B0604020202020204" charset="0"/>
                        </a:rPr>
                        <a:t> </a:t>
                      </a:r>
                      <a:r>
                        <a:rPr lang="en-US" dirty="0" err="1">
                          <a:solidFill>
                            <a:schemeClr val="tx1"/>
                          </a:solidFill>
                          <a:latin typeface="Syne" panose="020B0604020202020204" charset="0"/>
                        </a:rPr>
                        <a:t>transaksi</a:t>
                      </a:r>
                      <a:endParaRPr lang="en-US" dirty="0">
                        <a:solidFill>
                          <a:schemeClr val="tx1"/>
                        </a:solidFill>
                        <a:latin typeface="Syne" panose="020B0604020202020204" charset="0"/>
                      </a:endParaRPr>
                    </a:p>
                  </a:txBody>
                  <a:tcPr/>
                </a:tc>
                <a:extLst>
                  <a:ext uri="{0D108BD9-81ED-4DB2-BD59-A6C34878D82A}">
                    <a16:rowId xmlns:a16="http://schemas.microsoft.com/office/drawing/2014/main" val="1453372025"/>
                  </a:ext>
                </a:extLst>
              </a:tr>
              <a:tr h="265966">
                <a:tc>
                  <a:txBody>
                    <a:bodyPr/>
                    <a:lstStyle/>
                    <a:p>
                      <a:r>
                        <a:rPr lang="en-US" dirty="0">
                          <a:solidFill>
                            <a:schemeClr val="tx1"/>
                          </a:solidFill>
                          <a:latin typeface="Syne" panose="020B0604020202020204" charset="0"/>
                        </a:rPr>
                        <a:t>Unit Price</a:t>
                      </a:r>
                    </a:p>
                  </a:txBody>
                  <a:tcPr/>
                </a:tc>
                <a:tc>
                  <a:txBody>
                    <a:bodyPr/>
                    <a:lstStyle/>
                    <a:p>
                      <a:r>
                        <a:rPr lang="en-US" dirty="0">
                          <a:solidFill>
                            <a:schemeClr val="tx1"/>
                          </a:solidFill>
                          <a:latin typeface="Syne" panose="020B0604020202020204" charset="0"/>
                        </a:rPr>
                        <a:t>Harga </a:t>
                      </a:r>
                      <a:r>
                        <a:rPr lang="en-US" dirty="0" err="1">
                          <a:solidFill>
                            <a:schemeClr val="tx1"/>
                          </a:solidFill>
                          <a:latin typeface="Syne" panose="020B0604020202020204" charset="0"/>
                        </a:rPr>
                        <a:t>barang</a:t>
                      </a:r>
                      <a:r>
                        <a:rPr lang="en-US" dirty="0">
                          <a:solidFill>
                            <a:schemeClr val="tx1"/>
                          </a:solidFill>
                          <a:latin typeface="Syne" panose="020B0604020202020204" charset="0"/>
                        </a:rPr>
                        <a:t> </a:t>
                      </a:r>
                      <a:r>
                        <a:rPr lang="en-US" dirty="0" err="1">
                          <a:solidFill>
                            <a:schemeClr val="tx1"/>
                          </a:solidFill>
                          <a:latin typeface="Syne" panose="020B0604020202020204" charset="0"/>
                        </a:rPr>
                        <a:t>persatuan</a:t>
                      </a:r>
                      <a:endParaRPr lang="en-US" dirty="0">
                        <a:solidFill>
                          <a:schemeClr val="tx1"/>
                        </a:solidFill>
                        <a:latin typeface="Syne" panose="020B0604020202020204" charset="0"/>
                      </a:endParaRPr>
                    </a:p>
                  </a:txBody>
                  <a:tcPr/>
                </a:tc>
                <a:extLst>
                  <a:ext uri="{0D108BD9-81ED-4DB2-BD59-A6C34878D82A}">
                    <a16:rowId xmlns:a16="http://schemas.microsoft.com/office/drawing/2014/main" val="1676527034"/>
                  </a:ext>
                </a:extLst>
              </a:tr>
              <a:tr h="265966">
                <a:tc>
                  <a:txBody>
                    <a:bodyPr/>
                    <a:lstStyle/>
                    <a:p>
                      <a:r>
                        <a:rPr lang="en-US" dirty="0">
                          <a:solidFill>
                            <a:schemeClr val="tx1"/>
                          </a:solidFill>
                          <a:latin typeface="Syne" panose="020B0604020202020204" charset="0"/>
                        </a:rPr>
                        <a:t>Customer ID</a:t>
                      </a:r>
                    </a:p>
                  </a:txBody>
                  <a:tcPr/>
                </a:tc>
                <a:tc>
                  <a:txBody>
                    <a:bodyPr/>
                    <a:lstStyle/>
                    <a:p>
                      <a:r>
                        <a:rPr lang="en-US" dirty="0">
                          <a:solidFill>
                            <a:schemeClr val="tx1"/>
                          </a:solidFill>
                          <a:latin typeface="Syne" panose="020B0604020202020204" charset="0"/>
                        </a:rPr>
                        <a:t>ID </a:t>
                      </a:r>
                      <a:r>
                        <a:rPr lang="en-US" dirty="0" err="1">
                          <a:solidFill>
                            <a:schemeClr val="tx1"/>
                          </a:solidFill>
                          <a:latin typeface="Syne" panose="020B0604020202020204" charset="0"/>
                        </a:rPr>
                        <a:t>pelanggan</a:t>
                      </a:r>
                      <a:endParaRPr lang="en-US" dirty="0">
                        <a:solidFill>
                          <a:schemeClr val="tx1"/>
                        </a:solidFill>
                        <a:latin typeface="Syne" panose="020B0604020202020204" charset="0"/>
                      </a:endParaRPr>
                    </a:p>
                  </a:txBody>
                  <a:tcPr/>
                </a:tc>
                <a:extLst>
                  <a:ext uri="{0D108BD9-81ED-4DB2-BD59-A6C34878D82A}">
                    <a16:rowId xmlns:a16="http://schemas.microsoft.com/office/drawing/2014/main" val="4293697338"/>
                  </a:ext>
                </a:extLst>
              </a:tr>
              <a:tr h="265966">
                <a:tc>
                  <a:txBody>
                    <a:bodyPr/>
                    <a:lstStyle/>
                    <a:p>
                      <a:r>
                        <a:rPr lang="en-US" dirty="0">
                          <a:solidFill>
                            <a:schemeClr val="tx1"/>
                          </a:solidFill>
                          <a:latin typeface="Syne" panose="020B0604020202020204" charset="0"/>
                        </a:rPr>
                        <a:t>Country</a:t>
                      </a:r>
                    </a:p>
                  </a:txBody>
                  <a:tcPr/>
                </a:tc>
                <a:tc>
                  <a:txBody>
                    <a:bodyPr/>
                    <a:lstStyle/>
                    <a:p>
                      <a:r>
                        <a:rPr lang="en-US" dirty="0">
                          <a:solidFill>
                            <a:schemeClr val="tx1"/>
                          </a:solidFill>
                          <a:latin typeface="Syne" panose="020B0604020202020204" charset="0"/>
                        </a:rPr>
                        <a:t>Kumpulan negara </a:t>
                      </a:r>
                      <a:r>
                        <a:rPr lang="en-US" dirty="0" err="1">
                          <a:solidFill>
                            <a:schemeClr val="tx1"/>
                          </a:solidFill>
                          <a:latin typeface="Syne" panose="020B0604020202020204" charset="0"/>
                        </a:rPr>
                        <a:t>melakukan</a:t>
                      </a:r>
                      <a:r>
                        <a:rPr lang="en-US" dirty="0">
                          <a:solidFill>
                            <a:schemeClr val="tx1"/>
                          </a:solidFill>
                          <a:latin typeface="Syne" panose="020B0604020202020204" charset="0"/>
                        </a:rPr>
                        <a:t> </a:t>
                      </a:r>
                      <a:r>
                        <a:rPr lang="en-US" dirty="0" err="1">
                          <a:solidFill>
                            <a:schemeClr val="tx1"/>
                          </a:solidFill>
                          <a:latin typeface="Syne" panose="020B0604020202020204" charset="0"/>
                        </a:rPr>
                        <a:t>transaksi</a:t>
                      </a:r>
                      <a:endParaRPr lang="en-US" dirty="0">
                        <a:solidFill>
                          <a:schemeClr val="tx1"/>
                        </a:solidFill>
                        <a:latin typeface="Syne" panose="020B0604020202020204" charset="0"/>
                      </a:endParaRPr>
                    </a:p>
                  </a:txBody>
                  <a:tcPr/>
                </a:tc>
                <a:extLst>
                  <a:ext uri="{0D108BD9-81ED-4DB2-BD59-A6C34878D82A}">
                    <a16:rowId xmlns:a16="http://schemas.microsoft.com/office/drawing/2014/main" val="4150221915"/>
                  </a:ext>
                </a:extLst>
              </a:tr>
            </a:tbl>
          </a:graphicData>
        </a:graphic>
      </p:graphicFrame>
      <p:grpSp>
        <p:nvGrpSpPr>
          <p:cNvPr id="3" name="Google Shape;143;p26">
            <a:extLst>
              <a:ext uri="{FF2B5EF4-FFF2-40B4-BE49-F238E27FC236}">
                <a16:creationId xmlns:a16="http://schemas.microsoft.com/office/drawing/2014/main" id="{2D334901-CC51-9928-F316-FF3B76441502}"/>
              </a:ext>
            </a:extLst>
          </p:cNvPr>
          <p:cNvGrpSpPr/>
          <p:nvPr/>
        </p:nvGrpSpPr>
        <p:grpSpPr>
          <a:xfrm rot="5400000">
            <a:off x="8619052" y="80943"/>
            <a:ext cx="425676" cy="382727"/>
            <a:chOff x="8552100" y="4551675"/>
            <a:chExt cx="385800" cy="385800"/>
          </a:xfrm>
        </p:grpSpPr>
        <p:sp>
          <p:nvSpPr>
            <p:cNvPr id="4" name="Google Shape;144;p26">
              <a:extLst>
                <a:ext uri="{FF2B5EF4-FFF2-40B4-BE49-F238E27FC236}">
                  <a16:creationId xmlns:a16="http://schemas.microsoft.com/office/drawing/2014/main" id="{5CB68602-7122-31EB-25B8-130C2B7B3FAE}"/>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5" name="Google Shape;145;p26">
              <a:extLst>
                <a:ext uri="{FF2B5EF4-FFF2-40B4-BE49-F238E27FC236}">
                  <a16:creationId xmlns:a16="http://schemas.microsoft.com/office/drawing/2014/main" id="{4D86F9DB-8057-42A9-40F9-B5E8CB713450}"/>
                </a:ext>
              </a:extLst>
            </p:cNvPr>
            <p:cNvGrpSpPr/>
            <p:nvPr/>
          </p:nvGrpSpPr>
          <p:grpSpPr>
            <a:xfrm rot="10800000" flipH="1">
              <a:off x="8632571" y="4632486"/>
              <a:ext cx="224463" cy="224463"/>
              <a:chOff x="3574522" y="1012747"/>
              <a:chExt cx="395321" cy="395321"/>
            </a:xfrm>
          </p:grpSpPr>
          <p:sp>
            <p:nvSpPr>
              <p:cNvPr id="6" name="Google Shape;146;p26">
                <a:extLst>
                  <a:ext uri="{FF2B5EF4-FFF2-40B4-BE49-F238E27FC236}">
                    <a16:creationId xmlns:a16="http://schemas.microsoft.com/office/drawing/2014/main" id="{FCD1A457-DA96-88CB-F5D0-ADDDD8A1C9DD}"/>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 name="Google Shape;147;p26">
                <a:extLst>
                  <a:ext uri="{FF2B5EF4-FFF2-40B4-BE49-F238E27FC236}">
                    <a16:creationId xmlns:a16="http://schemas.microsoft.com/office/drawing/2014/main" id="{E5C6876C-4708-0572-58A0-B93EF8E7FD27}"/>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3" name="Google Shape;180;p29">
            <a:extLst>
              <a:ext uri="{FF2B5EF4-FFF2-40B4-BE49-F238E27FC236}">
                <a16:creationId xmlns:a16="http://schemas.microsoft.com/office/drawing/2014/main" id="{02F75977-B7D3-B691-2DEA-6D3A19C11CDC}"/>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a:t>PEMAHAMAN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ACA007-4F7A-C6DD-68CB-406792331502}"/>
              </a:ext>
            </a:extLst>
          </p:cNvPr>
          <p:cNvPicPr>
            <a:picLocks noChangeAspect="1"/>
          </p:cNvPicPr>
          <p:nvPr/>
        </p:nvPicPr>
        <p:blipFill>
          <a:blip r:embed="rId2"/>
          <a:stretch>
            <a:fillRect/>
          </a:stretch>
        </p:blipFill>
        <p:spPr>
          <a:xfrm>
            <a:off x="706406" y="1899617"/>
            <a:ext cx="4217234" cy="1815754"/>
          </a:xfrm>
          <a:prstGeom prst="rect">
            <a:avLst/>
          </a:prstGeom>
        </p:spPr>
      </p:pic>
      <p:sp>
        <p:nvSpPr>
          <p:cNvPr id="7" name="Google Shape;202;p31">
            <a:extLst>
              <a:ext uri="{FF2B5EF4-FFF2-40B4-BE49-F238E27FC236}">
                <a16:creationId xmlns:a16="http://schemas.microsoft.com/office/drawing/2014/main" id="{57A45868-A6E3-3994-6116-FCDC9B635CA6}"/>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Tren Pendapatan (Des 2010 – Des 2011)</a:t>
            </a:r>
            <a:endParaRPr dirty="0"/>
          </a:p>
        </p:txBody>
      </p:sp>
      <p:sp>
        <p:nvSpPr>
          <p:cNvPr id="8" name="TextBox 7">
            <a:extLst>
              <a:ext uri="{FF2B5EF4-FFF2-40B4-BE49-F238E27FC236}">
                <a16:creationId xmlns:a16="http://schemas.microsoft.com/office/drawing/2014/main" id="{1E8C2380-DA70-ED9A-4E27-AC6923F7FB03}"/>
              </a:ext>
            </a:extLst>
          </p:cNvPr>
          <p:cNvSpPr txBox="1"/>
          <p:nvPr/>
        </p:nvSpPr>
        <p:spPr>
          <a:xfrm>
            <a:off x="4572000" y="2007275"/>
            <a:ext cx="4217234" cy="1600438"/>
          </a:xfrm>
          <a:prstGeom prst="rect">
            <a:avLst/>
          </a:prstGeom>
          <a:noFill/>
        </p:spPr>
        <p:txBody>
          <a:bodyPr wrap="square" rtlCol="0">
            <a:spAutoFit/>
          </a:bodyPr>
          <a:lstStyle/>
          <a:p>
            <a:pPr algn="just"/>
            <a:r>
              <a:rPr lang="en-US" dirty="0" err="1">
                <a:solidFill>
                  <a:schemeClr val="tx1"/>
                </a:solidFill>
                <a:latin typeface="Syne" panose="020B0604020202020204" charset="0"/>
              </a:rPr>
              <a:t>Secara</a:t>
            </a:r>
            <a:r>
              <a:rPr lang="en-US" dirty="0">
                <a:solidFill>
                  <a:schemeClr val="tx1"/>
                </a:solidFill>
                <a:latin typeface="Syne" panose="020B0604020202020204" charset="0"/>
              </a:rPr>
              <a:t> </a:t>
            </a:r>
            <a:r>
              <a:rPr lang="en-US" dirty="0" err="1">
                <a:solidFill>
                  <a:schemeClr val="tx1"/>
                </a:solidFill>
                <a:latin typeface="Syne" panose="020B0604020202020204" charset="0"/>
              </a:rPr>
              <a:t>keseluruhan</a:t>
            </a:r>
            <a:r>
              <a:rPr lang="en-US" dirty="0">
                <a:solidFill>
                  <a:schemeClr val="tx1"/>
                </a:solidFill>
                <a:latin typeface="Syne" panose="020B0604020202020204" charset="0"/>
              </a:rPr>
              <a:t> </a:t>
            </a:r>
            <a:r>
              <a:rPr lang="en-US" dirty="0" err="1">
                <a:solidFill>
                  <a:schemeClr val="tx1"/>
                </a:solidFill>
                <a:latin typeface="Syne" panose="020B0604020202020204" charset="0"/>
              </a:rPr>
              <a:t>tren</a:t>
            </a:r>
            <a:r>
              <a:rPr lang="en-US" dirty="0">
                <a:solidFill>
                  <a:schemeClr val="tx1"/>
                </a:solidFill>
                <a:latin typeface="Syne" panose="020B0604020202020204" charset="0"/>
              </a:rPr>
              <a:t> </a:t>
            </a:r>
            <a:r>
              <a:rPr lang="en-US" dirty="0" err="1">
                <a:solidFill>
                  <a:schemeClr val="tx1"/>
                </a:solidFill>
                <a:latin typeface="Syne" panose="020B0604020202020204" charset="0"/>
              </a:rPr>
              <a:t>pendapatan</a:t>
            </a:r>
            <a:r>
              <a:rPr lang="en-US" dirty="0">
                <a:solidFill>
                  <a:schemeClr val="tx1"/>
                </a:solidFill>
                <a:latin typeface="Syne" panose="020B0604020202020204" charset="0"/>
              </a:rPr>
              <a:t> </a:t>
            </a:r>
            <a:r>
              <a:rPr lang="en-US" dirty="0" err="1">
                <a:solidFill>
                  <a:schemeClr val="tx1"/>
                </a:solidFill>
                <a:latin typeface="Syne" panose="020B0604020202020204" charset="0"/>
              </a:rPr>
              <a:t>dari</a:t>
            </a:r>
            <a:r>
              <a:rPr lang="en-US" dirty="0">
                <a:solidFill>
                  <a:schemeClr val="tx1"/>
                </a:solidFill>
                <a:latin typeface="Syne" panose="020B0604020202020204" charset="0"/>
              </a:rPr>
              <a:t> </a:t>
            </a:r>
            <a:r>
              <a:rPr lang="en-US" dirty="0" err="1">
                <a:solidFill>
                  <a:schemeClr val="tx1"/>
                </a:solidFill>
                <a:latin typeface="Syne" panose="020B0604020202020204" charset="0"/>
              </a:rPr>
              <a:t>desember</a:t>
            </a:r>
            <a:r>
              <a:rPr lang="en-US" dirty="0">
                <a:solidFill>
                  <a:schemeClr val="tx1"/>
                </a:solidFill>
                <a:latin typeface="Syne" panose="020B0604020202020204" charset="0"/>
              </a:rPr>
              <a:t> 2010 - </a:t>
            </a:r>
            <a:r>
              <a:rPr lang="en-US" dirty="0" err="1">
                <a:solidFill>
                  <a:schemeClr val="tx1"/>
                </a:solidFill>
                <a:latin typeface="Syne" panose="020B0604020202020204" charset="0"/>
              </a:rPr>
              <a:t>Desember</a:t>
            </a:r>
            <a:r>
              <a:rPr lang="en-US" dirty="0">
                <a:solidFill>
                  <a:schemeClr val="tx1"/>
                </a:solidFill>
                <a:latin typeface="Syne" panose="020B0604020202020204" charset="0"/>
              </a:rPr>
              <a:t> 2011 </a:t>
            </a:r>
            <a:r>
              <a:rPr lang="en-US" dirty="0" err="1">
                <a:solidFill>
                  <a:schemeClr val="tx1"/>
                </a:solidFill>
                <a:latin typeface="Syne" panose="020B0604020202020204" charset="0"/>
              </a:rPr>
              <a:t>menunjukkan</a:t>
            </a:r>
            <a:r>
              <a:rPr lang="en-US" dirty="0">
                <a:solidFill>
                  <a:schemeClr val="tx1"/>
                </a:solidFill>
                <a:latin typeface="Syne" panose="020B0604020202020204" charset="0"/>
              </a:rPr>
              <a:t> </a:t>
            </a:r>
            <a:r>
              <a:rPr lang="en-US" dirty="0" err="1">
                <a:solidFill>
                  <a:schemeClr val="tx1"/>
                </a:solidFill>
                <a:latin typeface="Syne" panose="020B0604020202020204" charset="0"/>
              </a:rPr>
              <a:t>tren</a:t>
            </a:r>
            <a:r>
              <a:rPr lang="en-US" dirty="0">
                <a:solidFill>
                  <a:schemeClr val="tx1"/>
                </a:solidFill>
                <a:latin typeface="Syne" panose="020B0604020202020204" charset="0"/>
              </a:rPr>
              <a:t> naik </a:t>
            </a:r>
            <a:r>
              <a:rPr lang="en-US" dirty="0" err="1">
                <a:solidFill>
                  <a:schemeClr val="tx1"/>
                </a:solidFill>
                <a:latin typeface="Syne" panose="020B0604020202020204" charset="0"/>
              </a:rPr>
              <a:t>sepanjang</a:t>
            </a:r>
            <a:r>
              <a:rPr lang="en-US" dirty="0">
                <a:solidFill>
                  <a:schemeClr val="tx1"/>
                </a:solidFill>
                <a:latin typeface="Syne" panose="020B0604020202020204" charset="0"/>
              </a:rPr>
              <a:t> </a:t>
            </a:r>
            <a:r>
              <a:rPr lang="en-US" dirty="0" err="1">
                <a:solidFill>
                  <a:schemeClr val="tx1"/>
                </a:solidFill>
                <a:latin typeface="Syne" panose="020B0604020202020204" charset="0"/>
              </a:rPr>
              <a:t>tahun</a:t>
            </a:r>
            <a:r>
              <a:rPr lang="en-US" dirty="0">
                <a:solidFill>
                  <a:schemeClr val="tx1"/>
                </a:solidFill>
                <a:latin typeface="Syne" panose="020B0604020202020204" charset="0"/>
              </a:rPr>
              <a:t> 2011 </a:t>
            </a:r>
            <a:r>
              <a:rPr lang="en-US" dirty="0" err="1">
                <a:solidFill>
                  <a:schemeClr val="tx1"/>
                </a:solidFill>
                <a:latin typeface="Syne" panose="020B0604020202020204" charset="0"/>
              </a:rPr>
              <a:t>mulai</a:t>
            </a:r>
            <a:r>
              <a:rPr lang="en-US" dirty="0">
                <a:solidFill>
                  <a:schemeClr val="tx1"/>
                </a:solidFill>
                <a:latin typeface="Syne" panose="020B0604020202020204" charset="0"/>
              </a:rPr>
              <a:t> </a:t>
            </a:r>
            <a:r>
              <a:rPr lang="en-US" dirty="0" err="1">
                <a:solidFill>
                  <a:schemeClr val="tx1"/>
                </a:solidFill>
                <a:latin typeface="Syne" panose="020B0604020202020204" charset="0"/>
              </a:rPr>
              <a:t>dari</a:t>
            </a:r>
            <a:r>
              <a:rPr lang="en-US" dirty="0">
                <a:solidFill>
                  <a:schemeClr val="tx1"/>
                </a:solidFill>
                <a:latin typeface="Syne" panose="020B0604020202020204" charset="0"/>
              </a:rPr>
              <a:t> </a:t>
            </a:r>
            <a:r>
              <a:rPr lang="en-US" dirty="0" err="1">
                <a:solidFill>
                  <a:schemeClr val="tx1"/>
                </a:solidFill>
                <a:latin typeface="Syne" panose="020B0604020202020204" charset="0"/>
              </a:rPr>
              <a:t>September,Oktober</a:t>
            </a:r>
            <a:r>
              <a:rPr lang="en-US" dirty="0">
                <a:solidFill>
                  <a:schemeClr val="tx1"/>
                </a:solidFill>
                <a:latin typeface="Syne" panose="020B0604020202020204" charset="0"/>
              </a:rPr>
              <a:t>, dan November yang </a:t>
            </a:r>
            <a:r>
              <a:rPr lang="en-US" dirty="0" err="1">
                <a:solidFill>
                  <a:schemeClr val="tx1"/>
                </a:solidFill>
                <a:latin typeface="Syne" panose="020B0604020202020204" charset="0"/>
              </a:rPr>
              <a:t>terlihat</a:t>
            </a:r>
            <a:r>
              <a:rPr lang="en-US" dirty="0">
                <a:solidFill>
                  <a:schemeClr val="tx1"/>
                </a:solidFill>
                <a:latin typeface="Syne" panose="020B0604020202020204" charset="0"/>
              </a:rPr>
              <a:t> </a:t>
            </a:r>
            <a:r>
              <a:rPr lang="en-US" dirty="0" err="1">
                <a:solidFill>
                  <a:schemeClr val="tx1"/>
                </a:solidFill>
                <a:latin typeface="Syne" panose="020B0604020202020204" charset="0"/>
              </a:rPr>
              <a:t>sangan</a:t>
            </a:r>
            <a:r>
              <a:rPr lang="en-US" dirty="0">
                <a:solidFill>
                  <a:schemeClr val="tx1"/>
                </a:solidFill>
                <a:latin typeface="Syne" panose="020B0604020202020204" charset="0"/>
              </a:rPr>
              <a:t> </a:t>
            </a:r>
            <a:r>
              <a:rPr lang="en-US" dirty="0" err="1">
                <a:solidFill>
                  <a:schemeClr val="tx1"/>
                </a:solidFill>
                <a:latin typeface="Syne" panose="020B0604020202020204" charset="0"/>
              </a:rPr>
              <a:t>signifikan</a:t>
            </a:r>
            <a:r>
              <a:rPr lang="en-US" dirty="0">
                <a:solidFill>
                  <a:schemeClr val="tx1"/>
                </a:solidFill>
                <a:latin typeface="Syne" panose="020B0604020202020204" charset="0"/>
              </a:rPr>
              <a:t> </a:t>
            </a:r>
            <a:r>
              <a:rPr lang="en-US" dirty="0" err="1">
                <a:solidFill>
                  <a:schemeClr val="tx1"/>
                </a:solidFill>
                <a:latin typeface="Syne" panose="020B0604020202020204" charset="0"/>
              </a:rPr>
              <a:t>meskipun</a:t>
            </a:r>
            <a:r>
              <a:rPr lang="en-US" dirty="0">
                <a:solidFill>
                  <a:schemeClr val="tx1"/>
                </a:solidFill>
                <a:latin typeface="Syne" panose="020B0604020202020204" charset="0"/>
              </a:rPr>
              <a:t> </a:t>
            </a:r>
            <a:r>
              <a:rPr lang="en-US" dirty="0" err="1">
                <a:solidFill>
                  <a:schemeClr val="tx1"/>
                </a:solidFill>
                <a:latin typeface="Syne" panose="020B0604020202020204" charset="0"/>
              </a:rPr>
              <a:t>ada</a:t>
            </a:r>
            <a:r>
              <a:rPr lang="en-US" dirty="0">
                <a:solidFill>
                  <a:schemeClr val="tx1"/>
                </a:solidFill>
                <a:latin typeface="Syne" panose="020B0604020202020204" charset="0"/>
              </a:rPr>
              <a:t> </a:t>
            </a:r>
            <a:r>
              <a:rPr lang="en-US" dirty="0" err="1">
                <a:solidFill>
                  <a:schemeClr val="tx1"/>
                </a:solidFill>
                <a:latin typeface="Syne" panose="020B0604020202020204" charset="0"/>
              </a:rPr>
              <a:t>kondisi</a:t>
            </a:r>
            <a:r>
              <a:rPr lang="en-US" dirty="0">
                <a:solidFill>
                  <a:schemeClr val="tx1"/>
                </a:solidFill>
                <a:latin typeface="Syne" panose="020B0604020202020204" charset="0"/>
              </a:rPr>
              <a:t> flat (</a:t>
            </a:r>
            <a:r>
              <a:rPr lang="en-US" dirty="0" err="1">
                <a:solidFill>
                  <a:schemeClr val="tx1"/>
                </a:solidFill>
                <a:latin typeface="Syne" panose="020B0604020202020204" charset="0"/>
              </a:rPr>
              <a:t>januari</a:t>
            </a:r>
            <a:r>
              <a:rPr lang="en-US" dirty="0">
                <a:solidFill>
                  <a:schemeClr val="tx1"/>
                </a:solidFill>
                <a:latin typeface="Syne" panose="020B0604020202020204" charset="0"/>
              </a:rPr>
              <a:t> – April) dan juga </a:t>
            </a:r>
            <a:r>
              <a:rPr lang="en-US" dirty="0" err="1">
                <a:solidFill>
                  <a:schemeClr val="tx1"/>
                </a:solidFill>
                <a:latin typeface="Syne" panose="020B0604020202020204" charset="0"/>
              </a:rPr>
              <a:t>penurunan</a:t>
            </a:r>
            <a:r>
              <a:rPr lang="en-US" dirty="0">
                <a:solidFill>
                  <a:schemeClr val="tx1"/>
                </a:solidFill>
                <a:latin typeface="Syne" panose="020B0604020202020204" charset="0"/>
              </a:rPr>
              <a:t> </a:t>
            </a:r>
            <a:r>
              <a:rPr lang="en-US" dirty="0" err="1">
                <a:solidFill>
                  <a:schemeClr val="tx1"/>
                </a:solidFill>
                <a:latin typeface="Syne" panose="020B0604020202020204" charset="0"/>
              </a:rPr>
              <a:t>signifikan</a:t>
            </a:r>
            <a:r>
              <a:rPr lang="en-US" dirty="0">
                <a:solidFill>
                  <a:schemeClr val="tx1"/>
                </a:solidFill>
                <a:latin typeface="Syne" panose="020B0604020202020204" charset="0"/>
              </a:rPr>
              <a:t> di </a:t>
            </a:r>
            <a:r>
              <a:rPr lang="en-US" dirty="0" err="1">
                <a:solidFill>
                  <a:schemeClr val="tx1"/>
                </a:solidFill>
                <a:latin typeface="Syne" panose="020B0604020202020204" charset="0"/>
              </a:rPr>
              <a:t>bulan</a:t>
            </a:r>
            <a:r>
              <a:rPr lang="en-US" dirty="0">
                <a:solidFill>
                  <a:schemeClr val="tx1"/>
                </a:solidFill>
                <a:latin typeface="Syne" panose="020B0604020202020204" charset="0"/>
              </a:rPr>
              <a:t> </a:t>
            </a:r>
            <a:r>
              <a:rPr lang="en-US" dirty="0" err="1">
                <a:solidFill>
                  <a:schemeClr val="tx1"/>
                </a:solidFill>
                <a:latin typeface="Syne" panose="020B0604020202020204" charset="0"/>
              </a:rPr>
              <a:t>desember</a:t>
            </a:r>
            <a:r>
              <a:rPr lang="en-US" dirty="0">
                <a:solidFill>
                  <a:schemeClr val="tx1"/>
                </a:solidFill>
                <a:latin typeface="Syne" panose="020B0604020202020204" charset="0"/>
              </a:rPr>
              <a:t> 2011.</a:t>
            </a:r>
          </a:p>
        </p:txBody>
      </p:sp>
      <p:grpSp>
        <p:nvGrpSpPr>
          <p:cNvPr id="2" name="Google Shape;143;p26">
            <a:extLst>
              <a:ext uri="{FF2B5EF4-FFF2-40B4-BE49-F238E27FC236}">
                <a16:creationId xmlns:a16="http://schemas.microsoft.com/office/drawing/2014/main" id="{0BA566EB-0D79-5BDA-64FC-43540BBE12DA}"/>
              </a:ext>
            </a:extLst>
          </p:cNvPr>
          <p:cNvGrpSpPr/>
          <p:nvPr/>
        </p:nvGrpSpPr>
        <p:grpSpPr>
          <a:xfrm rot="5400000">
            <a:off x="8619052" y="80943"/>
            <a:ext cx="425676" cy="382727"/>
            <a:chOff x="8552100" y="4551675"/>
            <a:chExt cx="385800" cy="385800"/>
          </a:xfrm>
        </p:grpSpPr>
        <p:sp>
          <p:nvSpPr>
            <p:cNvPr id="3" name="Google Shape;144;p26">
              <a:extLst>
                <a:ext uri="{FF2B5EF4-FFF2-40B4-BE49-F238E27FC236}">
                  <a16:creationId xmlns:a16="http://schemas.microsoft.com/office/drawing/2014/main" id="{AA1DE43C-3DD2-A0F5-C6E6-22317B70F6BC}"/>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4" name="Google Shape;145;p26">
              <a:extLst>
                <a:ext uri="{FF2B5EF4-FFF2-40B4-BE49-F238E27FC236}">
                  <a16:creationId xmlns:a16="http://schemas.microsoft.com/office/drawing/2014/main" id="{EE983411-9F92-DEB8-296C-430F2E8D9771}"/>
                </a:ext>
              </a:extLst>
            </p:cNvPr>
            <p:cNvGrpSpPr/>
            <p:nvPr/>
          </p:nvGrpSpPr>
          <p:grpSpPr>
            <a:xfrm rot="10800000" flipH="1">
              <a:off x="8632571" y="4632486"/>
              <a:ext cx="224463" cy="224463"/>
              <a:chOff x="3574522" y="1012747"/>
              <a:chExt cx="395321" cy="395321"/>
            </a:xfrm>
          </p:grpSpPr>
          <p:sp>
            <p:nvSpPr>
              <p:cNvPr id="5" name="Google Shape;146;p26">
                <a:extLst>
                  <a:ext uri="{FF2B5EF4-FFF2-40B4-BE49-F238E27FC236}">
                    <a16:creationId xmlns:a16="http://schemas.microsoft.com/office/drawing/2014/main" id="{4E090156-DDBE-E88D-5CE9-B90857F4E9B3}"/>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9" name="Google Shape;147;p26">
                <a:extLst>
                  <a:ext uri="{FF2B5EF4-FFF2-40B4-BE49-F238E27FC236}">
                    <a16:creationId xmlns:a16="http://schemas.microsoft.com/office/drawing/2014/main" id="{17C79F50-B2BE-E7EB-9663-DA6A58211213}"/>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0" name="Google Shape;180;p29">
            <a:extLst>
              <a:ext uri="{FF2B5EF4-FFF2-40B4-BE49-F238E27FC236}">
                <a16:creationId xmlns:a16="http://schemas.microsoft.com/office/drawing/2014/main" id="{CDAEC1DD-46E1-24F8-62B7-B0E63F0DDD95}"/>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295797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28A52-605F-F1CB-7C0A-7588119EA8F4}"/>
            </a:ext>
          </a:extLst>
        </p:cNvPr>
        <p:cNvGrpSpPr/>
        <p:nvPr/>
      </p:nvGrpSpPr>
      <p:grpSpPr>
        <a:xfrm>
          <a:off x="0" y="0"/>
          <a:ext cx="0" cy="0"/>
          <a:chOff x="0" y="0"/>
          <a:chExt cx="0" cy="0"/>
        </a:xfrm>
      </p:grpSpPr>
      <p:sp>
        <p:nvSpPr>
          <p:cNvPr id="7" name="Google Shape;202;p31">
            <a:extLst>
              <a:ext uri="{FF2B5EF4-FFF2-40B4-BE49-F238E27FC236}">
                <a16:creationId xmlns:a16="http://schemas.microsoft.com/office/drawing/2014/main" id="{420A4069-C982-DF51-9A43-A5B79C109E02}"/>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Top Products </a:t>
            </a:r>
            <a:endParaRPr dirty="0"/>
          </a:p>
        </p:txBody>
      </p:sp>
      <p:sp>
        <p:nvSpPr>
          <p:cNvPr id="8" name="TextBox 7">
            <a:extLst>
              <a:ext uri="{FF2B5EF4-FFF2-40B4-BE49-F238E27FC236}">
                <a16:creationId xmlns:a16="http://schemas.microsoft.com/office/drawing/2014/main" id="{CE43513A-7CA4-C4DA-2065-50714D6B2BBB}"/>
              </a:ext>
            </a:extLst>
          </p:cNvPr>
          <p:cNvSpPr txBox="1"/>
          <p:nvPr/>
        </p:nvSpPr>
        <p:spPr>
          <a:xfrm>
            <a:off x="602607" y="3613497"/>
            <a:ext cx="7719862" cy="1169551"/>
          </a:xfrm>
          <a:prstGeom prst="rect">
            <a:avLst/>
          </a:prstGeom>
          <a:noFill/>
        </p:spPr>
        <p:txBody>
          <a:bodyPr wrap="square" rtlCol="0">
            <a:spAutoFit/>
          </a:bodyPr>
          <a:lstStyle/>
          <a:p>
            <a:pPr algn="just"/>
            <a:r>
              <a:rPr lang="en-US" dirty="0" err="1">
                <a:solidFill>
                  <a:schemeClr val="tx1"/>
                </a:solidFill>
                <a:latin typeface="Syne" panose="020B0604020202020204" charset="0"/>
              </a:rPr>
              <a:t>Produk</a:t>
            </a:r>
            <a:r>
              <a:rPr lang="en-US" dirty="0">
                <a:solidFill>
                  <a:schemeClr val="tx1"/>
                </a:solidFill>
                <a:latin typeface="Syne" panose="020B0604020202020204" charset="0"/>
              </a:rPr>
              <a:t> “Paper </a:t>
            </a:r>
            <a:r>
              <a:rPr lang="en-US" dirty="0" err="1">
                <a:solidFill>
                  <a:schemeClr val="tx1"/>
                </a:solidFill>
                <a:latin typeface="Syne" panose="020B0604020202020204" charset="0"/>
              </a:rPr>
              <a:t>Craft,little</a:t>
            </a:r>
            <a:r>
              <a:rPr lang="en-US" dirty="0">
                <a:solidFill>
                  <a:schemeClr val="tx1"/>
                </a:solidFill>
                <a:latin typeface="Syne" panose="020B0604020202020204" charset="0"/>
              </a:rPr>
              <a:t> birdie” Adalah contributor </a:t>
            </a:r>
            <a:r>
              <a:rPr lang="en-US" dirty="0" err="1">
                <a:solidFill>
                  <a:schemeClr val="tx1"/>
                </a:solidFill>
                <a:latin typeface="Syne" panose="020B0604020202020204" charset="0"/>
              </a:rPr>
              <a:t>pendapatan</a:t>
            </a:r>
            <a:r>
              <a:rPr lang="en-US" dirty="0">
                <a:solidFill>
                  <a:schemeClr val="tx1"/>
                </a:solidFill>
                <a:latin typeface="Syne" panose="020B0604020202020204" charset="0"/>
              </a:rPr>
              <a:t> </a:t>
            </a:r>
            <a:r>
              <a:rPr lang="en-US" dirty="0" err="1">
                <a:solidFill>
                  <a:schemeClr val="tx1"/>
                </a:solidFill>
                <a:latin typeface="Syne" panose="020B0604020202020204" charset="0"/>
              </a:rPr>
              <a:t>terbesar</a:t>
            </a:r>
            <a:r>
              <a:rPr lang="en-US" dirty="0">
                <a:solidFill>
                  <a:schemeClr val="tx1"/>
                </a:solidFill>
                <a:latin typeface="Syne" panose="020B0604020202020204" charset="0"/>
              </a:rPr>
              <a:t> (des 2010-des 2011) </a:t>
            </a:r>
            <a:r>
              <a:rPr lang="en-US" dirty="0" err="1">
                <a:solidFill>
                  <a:schemeClr val="tx1"/>
                </a:solidFill>
                <a:latin typeface="Syne" panose="020B0604020202020204" charset="0"/>
              </a:rPr>
              <a:t>dengan</a:t>
            </a:r>
            <a:r>
              <a:rPr lang="en-US" dirty="0">
                <a:solidFill>
                  <a:schemeClr val="tx1"/>
                </a:solidFill>
                <a:latin typeface="Syne" panose="020B0604020202020204" charset="0"/>
              </a:rPr>
              <a:t> total </a:t>
            </a:r>
            <a:r>
              <a:rPr lang="en-US" dirty="0" err="1">
                <a:solidFill>
                  <a:schemeClr val="tx1"/>
                </a:solidFill>
                <a:latin typeface="Syne" panose="020B0604020202020204" charset="0"/>
              </a:rPr>
              <a:t>pendapatan</a:t>
            </a:r>
            <a:r>
              <a:rPr lang="en-US" dirty="0">
                <a:solidFill>
                  <a:schemeClr val="tx1"/>
                </a:solidFill>
                <a:latin typeface="Syne" panose="020B0604020202020204" charset="0"/>
              </a:rPr>
              <a:t> 168470 Pound sterling. </a:t>
            </a:r>
            <a:r>
              <a:rPr lang="en-US" dirty="0" err="1">
                <a:solidFill>
                  <a:schemeClr val="tx1"/>
                </a:solidFill>
                <a:latin typeface="Syne" panose="020B0604020202020204" charset="0"/>
              </a:rPr>
              <a:t>Jauh</a:t>
            </a:r>
            <a:r>
              <a:rPr lang="en-US" dirty="0">
                <a:solidFill>
                  <a:schemeClr val="tx1"/>
                </a:solidFill>
                <a:latin typeface="Syne" panose="020B0604020202020204" charset="0"/>
              </a:rPr>
              <a:t> di </a:t>
            </a:r>
            <a:r>
              <a:rPr lang="en-US" dirty="0" err="1">
                <a:solidFill>
                  <a:schemeClr val="tx1"/>
                </a:solidFill>
                <a:latin typeface="Syne" panose="020B0604020202020204" charset="0"/>
              </a:rPr>
              <a:t>atas</a:t>
            </a:r>
            <a:r>
              <a:rPr lang="en-US" dirty="0">
                <a:solidFill>
                  <a:schemeClr val="tx1"/>
                </a:solidFill>
                <a:latin typeface="Syne" panose="020B0604020202020204" charset="0"/>
              </a:rPr>
              <a:t> </a:t>
            </a:r>
            <a:r>
              <a:rPr lang="en-US" dirty="0" err="1">
                <a:solidFill>
                  <a:schemeClr val="tx1"/>
                </a:solidFill>
                <a:latin typeface="Syne" panose="020B0604020202020204" charset="0"/>
              </a:rPr>
              <a:t>produk</a:t>
            </a:r>
            <a:r>
              <a:rPr lang="en-US" dirty="0">
                <a:solidFill>
                  <a:schemeClr val="tx1"/>
                </a:solidFill>
                <a:latin typeface="Syne" panose="020B0604020202020204" charset="0"/>
              </a:rPr>
              <a:t> lain di </a:t>
            </a:r>
            <a:r>
              <a:rPr lang="en-US" dirty="0" err="1">
                <a:solidFill>
                  <a:schemeClr val="tx1"/>
                </a:solidFill>
                <a:latin typeface="Syne" panose="020B0604020202020204" charset="0"/>
              </a:rPr>
              <a:t>dalam</a:t>
            </a:r>
            <a:r>
              <a:rPr lang="en-US" dirty="0">
                <a:solidFill>
                  <a:schemeClr val="tx1"/>
                </a:solidFill>
                <a:latin typeface="Syne" panose="020B0604020202020204" charset="0"/>
              </a:rPr>
              <a:t> daftar 5 top products. Tetapi </a:t>
            </a:r>
            <a:r>
              <a:rPr lang="en-US" dirty="0" err="1">
                <a:solidFill>
                  <a:schemeClr val="tx1"/>
                </a:solidFill>
                <a:latin typeface="Syne" panose="020B0604020202020204" charset="0"/>
              </a:rPr>
              <a:t>jika</a:t>
            </a:r>
            <a:r>
              <a:rPr lang="en-US" dirty="0">
                <a:solidFill>
                  <a:schemeClr val="tx1"/>
                </a:solidFill>
                <a:latin typeface="Syne" panose="020B0604020202020204" charset="0"/>
              </a:rPr>
              <a:t> </a:t>
            </a:r>
            <a:r>
              <a:rPr lang="en-US" dirty="0" err="1">
                <a:solidFill>
                  <a:schemeClr val="tx1"/>
                </a:solidFill>
                <a:latin typeface="Syne" panose="020B0604020202020204" charset="0"/>
              </a:rPr>
              <a:t>dilihat</a:t>
            </a:r>
            <a:r>
              <a:rPr lang="en-US" dirty="0">
                <a:solidFill>
                  <a:schemeClr val="tx1"/>
                </a:solidFill>
                <a:latin typeface="Syne" panose="020B0604020202020204" charset="0"/>
              </a:rPr>
              <a:t> </a:t>
            </a:r>
            <a:r>
              <a:rPr lang="en-US" dirty="0" err="1">
                <a:solidFill>
                  <a:schemeClr val="tx1"/>
                </a:solidFill>
                <a:latin typeface="Syne" panose="020B0604020202020204" charset="0"/>
              </a:rPr>
              <a:t>lebih</a:t>
            </a:r>
            <a:r>
              <a:rPr lang="en-US" dirty="0">
                <a:solidFill>
                  <a:schemeClr val="tx1"/>
                </a:solidFill>
                <a:latin typeface="Syne" panose="020B0604020202020204" charset="0"/>
              </a:rPr>
              <a:t> detail </a:t>
            </a:r>
            <a:r>
              <a:rPr lang="en-US" dirty="0" err="1">
                <a:solidFill>
                  <a:schemeClr val="tx1"/>
                </a:solidFill>
                <a:latin typeface="Syne" panose="020B0604020202020204" charset="0"/>
              </a:rPr>
              <a:t>setiap</a:t>
            </a:r>
            <a:r>
              <a:rPr lang="en-US" dirty="0">
                <a:solidFill>
                  <a:schemeClr val="tx1"/>
                </a:solidFill>
                <a:latin typeface="Syne" panose="020B0604020202020204" charset="0"/>
              </a:rPr>
              <a:t> </a:t>
            </a:r>
            <a:r>
              <a:rPr lang="en-US" dirty="0" err="1">
                <a:solidFill>
                  <a:schemeClr val="tx1"/>
                </a:solidFill>
                <a:latin typeface="Syne" panose="020B0604020202020204" charset="0"/>
              </a:rPr>
              <a:t>bulannya</a:t>
            </a:r>
            <a:r>
              <a:rPr lang="en-US" dirty="0">
                <a:solidFill>
                  <a:schemeClr val="tx1"/>
                </a:solidFill>
                <a:latin typeface="Syne" panose="020B0604020202020204" charset="0"/>
              </a:rPr>
              <a:t> product “regency </a:t>
            </a:r>
            <a:r>
              <a:rPr lang="en-US" dirty="0" err="1">
                <a:solidFill>
                  <a:schemeClr val="tx1"/>
                </a:solidFill>
                <a:latin typeface="Syne" panose="020B0604020202020204" charset="0"/>
              </a:rPr>
              <a:t>cakestand</a:t>
            </a:r>
            <a:r>
              <a:rPr lang="en-US" dirty="0">
                <a:solidFill>
                  <a:schemeClr val="tx1"/>
                </a:solidFill>
                <a:latin typeface="Syne" panose="020B0604020202020204" charset="0"/>
              </a:rPr>
              <a:t> 3 tier” sangat </a:t>
            </a:r>
            <a:r>
              <a:rPr lang="en-US" dirty="0" err="1">
                <a:solidFill>
                  <a:schemeClr val="tx1"/>
                </a:solidFill>
                <a:latin typeface="Syne" panose="020B0604020202020204" charset="0"/>
              </a:rPr>
              <a:t>konsisten</a:t>
            </a:r>
            <a:r>
              <a:rPr lang="en-US" dirty="0">
                <a:solidFill>
                  <a:schemeClr val="tx1"/>
                </a:solidFill>
                <a:latin typeface="Syne" panose="020B0604020202020204" charset="0"/>
              </a:rPr>
              <a:t> </a:t>
            </a:r>
            <a:r>
              <a:rPr lang="en-US" dirty="0" err="1">
                <a:solidFill>
                  <a:schemeClr val="tx1"/>
                </a:solidFill>
                <a:latin typeface="Syne" panose="020B0604020202020204" charset="0"/>
              </a:rPr>
              <a:t>setiap</a:t>
            </a:r>
            <a:r>
              <a:rPr lang="en-US" dirty="0">
                <a:solidFill>
                  <a:schemeClr val="tx1"/>
                </a:solidFill>
                <a:latin typeface="Syne" panose="020B0604020202020204" charset="0"/>
              </a:rPr>
              <a:t> </a:t>
            </a:r>
            <a:r>
              <a:rPr lang="en-US" dirty="0" err="1">
                <a:solidFill>
                  <a:schemeClr val="tx1"/>
                </a:solidFill>
                <a:latin typeface="Syne" panose="020B0604020202020204" charset="0"/>
              </a:rPr>
              <a:t>bulannya</a:t>
            </a:r>
            <a:r>
              <a:rPr lang="en-US" dirty="0">
                <a:solidFill>
                  <a:schemeClr val="tx1"/>
                </a:solidFill>
                <a:latin typeface="Syne" panose="020B0604020202020204" charset="0"/>
              </a:rPr>
              <a:t> yang </a:t>
            </a:r>
            <a:r>
              <a:rPr lang="en-US" dirty="0" err="1">
                <a:solidFill>
                  <a:schemeClr val="tx1"/>
                </a:solidFill>
                <a:latin typeface="Syne" panose="020B0604020202020204" charset="0"/>
              </a:rPr>
              <a:t>selalu</a:t>
            </a:r>
            <a:r>
              <a:rPr lang="en-US" dirty="0">
                <a:solidFill>
                  <a:schemeClr val="tx1"/>
                </a:solidFill>
                <a:latin typeface="Syne" panose="020B0604020202020204" charset="0"/>
              </a:rPr>
              <a:t> </a:t>
            </a:r>
            <a:r>
              <a:rPr lang="en-US" dirty="0" err="1">
                <a:solidFill>
                  <a:schemeClr val="tx1"/>
                </a:solidFill>
                <a:latin typeface="Syne" panose="020B0604020202020204" charset="0"/>
              </a:rPr>
              <a:t>masuk</a:t>
            </a:r>
            <a:r>
              <a:rPr lang="en-US" dirty="0">
                <a:solidFill>
                  <a:schemeClr val="tx1"/>
                </a:solidFill>
                <a:latin typeface="Syne" panose="020B0604020202020204" charset="0"/>
              </a:rPr>
              <a:t> </a:t>
            </a:r>
            <a:r>
              <a:rPr lang="en-US" dirty="0" err="1">
                <a:solidFill>
                  <a:schemeClr val="tx1"/>
                </a:solidFill>
                <a:latin typeface="Syne" panose="020B0604020202020204" charset="0"/>
              </a:rPr>
              <a:t>dalam</a:t>
            </a:r>
            <a:r>
              <a:rPr lang="en-US" dirty="0">
                <a:solidFill>
                  <a:schemeClr val="tx1"/>
                </a:solidFill>
                <a:latin typeface="Syne" panose="020B0604020202020204" charset="0"/>
              </a:rPr>
              <a:t> top 3 by revenue </a:t>
            </a:r>
            <a:r>
              <a:rPr lang="en-US" dirty="0" err="1">
                <a:solidFill>
                  <a:schemeClr val="tx1"/>
                </a:solidFill>
                <a:latin typeface="Syne" panose="020B0604020202020204" charset="0"/>
              </a:rPr>
              <a:t>dibanding</a:t>
            </a:r>
            <a:r>
              <a:rPr lang="en-US" dirty="0">
                <a:solidFill>
                  <a:schemeClr val="tx1"/>
                </a:solidFill>
                <a:latin typeface="Syne" panose="020B0604020202020204" charset="0"/>
              </a:rPr>
              <a:t> “Paper Craft, little birdie”</a:t>
            </a:r>
          </a:p>
        </p:txBody>
      </p:sp>
      <p:pic>
        <p:nvPicPr>
          <p:cNvPr id="3" name="Picture 2">
            <a:extLst>
              <a:ext uri="{FF2B5EF4-FFF2-40B4-BE49-F238E27FC236}">
                <a16:creationId xmlns:a16="http://schemas.microsoft.com/office/drawing/2014/main" id="{C8824968-6DC9-02D0-9986-BE561CBF397F}"/>
              </a:ext>
            </a:extLst>
          </p:cNvPr>
          <p:cNvPicPr>
            <a:picLocks noChangeAspect="1"/>
          </p:cNvPicPr>
          <p:nvPr/>
        </p:nvPicPr>
        <p:blipFill>
          <a:blip r:embed="rId2"/>
          <a:stretch>
            <a:fillRect/>
          </a:stretch>
        </p:blipFill>
        <p:spPr>
          <a:xfrm>
            <a:off x="391820" y="1707464"/>
            <a:ext cx="4004745" cy="1728572"/>
          </a:xfrm>
          <a:prstGeom prst="rect">
            <a:avLst/>
          </a:prstGeom>
        </p:spPr>
      </p:pic>
      <p:pic>
        <p:nvPicPr>
          <p:cNvPr id="10" name="Picture 9">
            <a:extLst>
              <a:ext uri="{FF2B5EF4-FFF2-40B4-BE49-F238E27FC236}">
                <a16:creationId xmlns:a16="http://schemas.microsoft.com/office/drawing/2014/main" id="{ADA6A9E0-2A66-3906-1CE6-236A8D524A21}"/>
              </a:ext>
            </a:extLst>
          </p:cNvPr>
          <p:cNvPicPr>
            <a:picLocks noChangeAspect="1"/>
          </p:cNvPicPr>
          <p:nvPr/>
        </p:nvPicPr>
        <p:blipFill>
          <a:blip r:embed="rId3"/>
          <a:stretch>
            <a:fillRect/>
          </a:stretch>
        </p:blipFill>
        <p:spPr>
          <a:xfrm>
            <a:off x="4396565" y="1262593"/>
            <a:ext cx="3851017" cy="2141280"/>
          </a:xfrm>
          <a:prstGeom prst="rect">
            <a:avLst/>
          </a:prstGeom>
        </p:spPr>
      </p:pic>
      <p:grpSp>
        <p:nvGrpSpPr>
          <p:cNvPr id="2" name="Google Shape;143;p26">
            <a:extLst>
              <a:ext uri="{FF2B5EF4-FFF2-40B4-BE49-F238E27FC236}">
                <a16:creationId xmlns:a16="http://schemas.microsoft.com/office/drawing/2014/main" id="{37ED6321-F3BA-6E07-2EC2-9BD12BD164B5}"/>
              </a:ext>
            </a:extLst>
          </p:cNvPr>
          <p:cNvGrpSpPr/>
          <p:nvPr/>
        </p:nvGrpSpPr>
        <p:grpSpPr>
          <a:xfrm rot="5400000">
            <a:off x="8619052" y="80943"/>
            <a:ext cx="425676" cy="382727"/>
            <a:chOff x="8552100" y="4551675"/>
            <a:chExt cx="385800" cy="385800"/>
          </a:xfrm>
        </p:grpSpPr>
        <p:sp>
          <p:nvSpPr>
            <p:cNvPr id="4" name="Google Shape;144;p26">
              <a:extLst>
                <a:ext uri="{FF2B5EF4-FFF2-40B4-BE49-F238E27FC236}">
                  <a16:creationId xmlns:a16="http://schemas.microsoft.com/office/drawing/2014/main" id="{FC8DE6AB-FCC3-814A-11EF-1DDC7EA2CADF}"/>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5" name="Google Shape;145;p26">
              <a:extLst>
                <a:ext uri="{FF2B5EF4-FFF2-40B4-BE49-F238E27FC236}">
                  <a16:creationId xmlns:a16="http://schemas.microsoft.com/office/drawing/2014/main" id="{30ABABA9-60FF-AC8F-0DCB-172C77836AD7}"/>
                </a:ext>
              </a:extLst>
            </p:cNvPr>
            <p:cNvGrpSpPr/>
            <p:nvPr/>
          </p:nvGrpSpPr>
          <p:grpSpPr>
            <a:xfrm rot="10800000" flipH="1">
              <a:off x="8632571" y="4632486"/>
              <a:ext cx="224463" cy="224463"/>
              <a:chOff x="3574522" y="1012747"/>
              <a:chExt cx="395321" cy="395321"/>
            </a:xfrm>
          </p:grpSpPr>
          <p:sp>
            <p:nvSpPr>
              <p:cNvPr id="6" name="Google Shape;146;p26">
                <a:extLst>
                  <a:ext uri="{FF2B5EF4-FFF2-40B4-BE49-F238E27FC236}">
                    <a16:creationId xmlns:a16="http://schemas.microsoft.com/office/drawing/2014/main" id="{FBD175A3-5C91-92A8-A117-C0B789E97B2F}"/>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9" name="Google Shape;147;p26">
                <a:extLst>
                  <a:ext uri="{FF2B5EF4-FFF2-40B4-BE49-F238E27FC236}">
                    <a16:creationId xmlns:a16="http://schemas.microsoft.com/office/drawing/2014/main" id="{D78710B0-4C0A-CDCB-80A6-D0601B33CC41}"/>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1" name="Google Shape;180;p29">
            <a:extLst>
              <a:ext uri="{FF2B5EF4-FFF2-40B4-BE49-F238E27FC236}">
                <a16:creationId xmlns:a16="http://schemas.microsoft.com/office/drawing/2014/main" id="{A5F433E0-92ED-324C-E3E6-F7E2C6BFAE57}"/>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3473182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FD4A-6475-30BF-219B-D8E67D2B05A4}"/>
            </a:ext>
          </a:extLst>
        </p:cNvPr>
        <p:cNvGrpSpPr/>
        <p:nvPr/>
      </p:nvGrpSpPr>
      <p:grpSpPr>
        <a:xfrm>
          <a:off x="0" y="0"/>
          <a:ext cx="0" cy="0"/>
          <a:chOff x="0" y="0"/>
          <a:chExt cx="0" cy="0"/>
        </a:xfrm>
      </p:grpSpPr>
      <p:sp>
        <p:nvSpPr>
          <p:cNvPr id="7" name="Google Shape;202;p31">
            <a:extLst>
              <a:ext uri="{FF2B5EF4-FFF2-40B4-BE49-F238E27FC236}">
                <a16:creationId xmlns:a16="http://schemas.microsoft.com/office/drawing/2014/main" id="{365E6D07-2A89-7979-3AD4-B1F4438ACD32}"/>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Top Countries</a:t>
            </a:r>
            <a:endParaRPr dirty="0"/>
          </a:p>
        </p:txBody>
      </p:sp>
      <p:pic>
        <p:nvPicPr>
          <p:cNvPr id="4" name="Picture 3">
            <a:extLst>
              <a:ext uri="{FF2B5EF4-FFF2-40B4-BE49-F238E27FC236}">
                <a16:creationId xmlns:a16="http://schemas.microsoft.com/office/drawing/2014/main" id="{679F309C-E762-DF0F-FB40-CEA75FBA2086}"/>
              </a:ext>
            </a:extLst>
          </p:cNvPr>
          <p:cNvPicPr>
            <a:picLocks noChangeAspect="1"/>
          </p:cNvPicPr>
          <p:nvPr/>
        </p:nvPicPr>
        <p:blipFill>
          <a:blip r:embed="rId2"/>
          <a:stretch>
            <a:fillRect/>
          </a:stretch>
        </p:blipFill>
        <p:spPr>
          <a:xfrm>
            <a:off x="2828099" y="1309110"/>
            <a:ext cx="2575783" cy="2339543"/>
          </a:xfrm>
          <a:prstGeom prst="rect">
            <a:avLst/>
          </a:prstGeom>
        </p:spPr>
      </p:pic>
      <p:sp>
        <p:nvSpPr>
          <p:cNvPr id="11" name="TextBox 10">
            <a:extLst>
              <a:ext uri="{FF2B5EF4-FFF2-40B4-BE49-F238E27FC236}">
                <a16:creationId xmlns:a16="http://schemas.microsoft.com/office/drawing/2014/main" id="{2402C3DD-6722-6FD2-2AB3-1A6053533A7B}"/>
              </a:ext>
            </a:extLst>
          </p:cNvPr>
          <p:cNvSpPr txBox="1"/>
          <p:nvPr/>
        </p:nvSpPr>
        <p:spPr>
          <a:xfrm>
            <a:off x="600928" y="3883493"/>
            <a:ext cx="7719862" cy="1384995"/>
          </a:xfrm>
          <a:prstGeom prst="rect">
            <a:avLst/>
          </a:prstGeom>
          <a:noFill/>
        </p:spPr>
        <p:txBody>
          <a:bodyPr wrap="square" rtlCol="0">
            <a:spAutoFit/>
          </a:bodyPr>
          <a:lstStyle/>
          <a:p>
            <a:r>
              <a:rPr lang="en-US" dirty="0" err="1">
                <a:solidFill>
                  <a:schemeClr val="tx1"/>
                </a:solidFill>
                <a:latin typeface="Syne" panose="020B0604020202020204" charset="0"/>
              </a:rPr>
              <a:t>Grafik</a:t>
            </a:r>
            <a:r>
              <a:rPr lang="en-US" dirty="0">
                <a:solidFill>
                  <a:schemeClr val="tx1"/>
                </a:solidFill>
                <a:latin typeface="Syne" panose="020B0604020202020204" charset="0"/>
              </a:rPr>
              <a:t> </a:t>
            </a:r>
            <a:r>
              <a:rPr lang="en-US" dirty="0" err="1">
                <a:solidFill>
                  <a:schemeClr val="tx1"/>
                </a:solidFill>
                <a:latin typeface="Syne" panose="020B0604020202020204" charset="0"/>
              </a:rPr>
              <a:t>ini</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jelas</a:t>
            </a:r>
            <a:r>
              <a:rPr lang="en-US" dirty="0">
                <a:solidFill>
                  <a:schemeClr val="tx1"/>
                </a:solidFill>
                <a:latin typeface="Syne" panose="020B0604020202020204" charset="0"/>
              </a:rPr>
              <a:t> </a:t>
            </a:r>
            <a:r>
              <a:rPr lang="en-US" dirty="0" err="1">
                <a:solidFill>
                  <a:schemeClr val="tx1"/>
                </a:solidFill>
                <a:latin typeface="Syne" panose="020B0604020202020204" charset="0"/>
              </a:rPr>
              <a:t>menunjukkan</a:t>
            </a:r>
            <a:r>
              <a:rPr lang="en-US" dirty="0">
                <a:solidFill>
                  <a:schemeClr val="tx1"/>
                </a:solidFill>
                <a:latin typeface="Syne" panose="020B0604020202020204" charset="0"/>
              </a:rPr>
              <a:t> </a:t>
            </a:r>
            <a:r>
              <a:rPr lang="en-US" dirty="0" err="1">
                <a:solidFill>
                  <a:schemeClr val="tx1"/>
                </a:solidFill>
                <a:latin typeface="Syne" panose="020B0604020202020204" charset="0"/>
              </a:rPr>
              <a:t>bahwa</a:t>
            </a:r>
            <a:r>
              <a:rPr lang="en-US" dirty="0">
                <a:solidFill>
                  <a:schemeClr val="tx1"/>
                </a:solidFill>
                <a:latin typeface="Syne" panose="020B0604020202020204" charset="0"/>
              </a:rPr>
              <a:t> united kingdom Adalah pasar </a:t>
            </a:r>
            <a:r>
              <a:rPr lang="en-US" dirty="0" err="1">
                <a:solidFill>
                  <a:schemeClr val="tx1"/>
                </a:solidFill>
                <a:latin typeface="Syne" panose="020B0604020202020204" charset="0"/>
              </a:rPr>
              <a:t>terbesar</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kontribusi</a:t>
            </a:r>
            <a:r>
              <a:rPr lang="en-US" dirty="0">
                <a:solidFill>
                  <a:schemeClr val="tx1"/>
                </a:solidFill>
                <a:latin typeface="Syne" panose="020B0604020202020204" charset="0"/>
              </a:rPr>
              <a:t> </a:t>
            </a:r>
            <a:r>
              <a:rPr lang="en-US" dirty="0" err="1">
                <a:solidFill>
                  <a:schemeClr val="tx1"/>
                </a:solidFill>
                <a:latin typeface="Syne" panose="020B0604020202020204" charset="0"/>
              </a:rPr>
              <a:t>pendapatan</a:t>
            </a:r>
            <a:r>
              <a:rPr lang="en-US" dirty="0">
                <a:solidFill>
                  <a:schemeClr val="tx1"/>
                </a:solidFill>
                <a:latin typeface="Syne" panose="020B0604020202020204" charset="0"/>
              </a:rPr>
              <a:t> </a:t>
            </a:r>
            <a:r>
              <a:rPr lang="en-US" dirty="0" err="1">
                <a:solidFill>
                  <a:schemeClr val="tx1"/>
                </a:solidFill>
                <a:latin typeface="Syne" panose="020B0604020202020204" charset="0"/>
              </a:rPr>
              <a:t>mencapai</a:t>
            </a:r>
            <a:r>
              <a:rPr lang="en-US" dirty="0">
                <a:solidFill>
                  <a:schemeClr val="tx1"/>
                </a:solidFill>
                <a:latin typeface="Syne" panose="020B0604020202020204" charset="0"/>
              </a:rPr>
              <a:t> 82%. pasar-pasar lain, </a:t>
            </a:r>
            <a:r>
              <a:rPr lang="en-US" dirty="0" err="1">
                <a:solidFill>
                  <a:schemeClr val="tx1"/>
                </a:solidFill>
                <a:latin typeface="Syne" panose="020B0604020202020204" charset="0"/>
              </a:rPr>
              <a:t>termasuk</a:t>
            </a:r>
            <a:r>
              <a:rPr lang="en-US" dirty="0">
                <a:solidFill>
                  <a:schemeClr val="tx1"/>
                </a:solidFill>
                <a:latin typeface="Syne" panose="020B0604020202020204" charset="0"/>
              </a:rPr>
              <a:t> Netherlands, EIRE, Germany, dan France, </a:t>
            </a:r>
            <a:r>
              <a:rPr lang="en-US" dirty="0" err="1">
                <a:solidFill>
                  <a:schemeClr val="tx1"/>
                </a:solidFill>
                <a:latin typeface="Syne" panose="020B0604020202020204" charset="0"/>
              </a:rPr>
              <a:t>menyumbang</a:t>
            </a:r>
            <a:r>
              <a:rPr lang="en-US" dirty="0">
                <a:solidFill>
                  <a:schemeClr val="tx1"/>
                </a:solidFill>
                <a:latin typeface="Syne" panose="020B0604020202020204" charset="0"/>
              </a:rPr>
              <a:t> </a:t>
            </a:r>
            <a:r>
              <a:rPr lang="en-US" dirty="0" err="1">
                <a:solidFill>
                  <a:schemeClr val="tx1"/>
                </a:solidFill>
                <a:latin typeface="Syne" panose="020B0604020202020204" charset="0"/>
              </a:rPr>
              <a:t>sebagian</a:t>
            </a:r>
            <a:r>
              <a:rPr lang="en-US" dirty="0">
                <a:solidFill>
                  <a:schemeClr val="tx1"/>
                </a:solidFill>
                <a:latin typeface="Syne" panose="020B0604020202020204" charset="0"/>
              </a:rPr>
              <a:t> </a:t>
            </a:r>
            <a:r>
              <a:rPr lang="en-US" dirty="0" err="1">
                <a:solidFill>
                  <a:schemeClr val="tx1"/>
                </a:solidFill>
                <a:latin typeface="Syne" panose="020B0604020202020204" charset="0"/>
              </a:rPr>
              <a:t>kecil</a:t>
            </a:r>
            <a:r>
              <a:rPr lang="en-US" dirty="0">
                <a:solidFill>
                  <a:schemeClr val="tx1"/>
                </a:solidFill>
                <a:latin typeface="Syne" panose="020B0604020202020204" charset="0"/>
              </a:rPr>
              <a:t> </a:t>
            </a:r>
            <a:r>
              <a:rPr lang="en-US" dirty="0" err="1">
                <a:solidFill>
                  <a:schemeClr val="tx1"/>
                </a:solidFill>
                <a:latin typeface="Syne" panose="020B0604020202020204" charset="0"/>
              </a:rPr>
              <a:t>dari</a:t>
            </a:r>
            <a:r>
              <a:rPr lang="en-US" dirty="0">
                <a:solidFill>
                  <a:schemeClr val="tx1"/>
                </a:solidFill>
                <a:latin typeface="Syne" panose="020B0604020202020204" charset="0"/>
              </a:rPr>
              <a:t> total </a:t>
            </a:r>
            <a:r>
              <a:rPr lang="en-US" dirty="0" err="1">
                <a:solidFill>
                  <a:schemeClr val="tx1"/>
                </a:solidFill>
                <a:latin typeface="Syne" panose="020B0604020202020204" charset="0"/>
              </a:rPr>
              <a:t>pendapatan</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persentase</a:t>
            </a:r>
            <a:r>
              <a:rPr lang="en-US" dirty="0">
                <a:solidFill>
                  <a:schemeClr val="tx1"/>
                </a:solidFill>
                <a:latin typeface="Syne" panose="020B0604020202020204" charset="0"/>
              </a:rPr>
              <a:t> di </a:t>
            </a:r>
            <a:r>
              <a:rPr lang="en-US" dirty="0" err="1">
                <a:solidFill>
                  <a:schemeClr val="tx1"/>
                </a:solidFill>
                <a:latin typeface="Syne" panose="020B0604020202020204" charset="0"/>
              </a:rPr>
              <a:t>bawah</a:t>
            </a:r>
            <a:r>
              <a:rPr lang="en-US" dirty="0">
                <a:solidFill>
                  <a:schemeClr val="tx1"/>
                </a:solidFill>
                <a:latin typeface="Syne" panose="020B0604020202020204" charset="0"/>
              </a:rPr>
              <a:t> 5% masing-masing</a:t>
            </a:r>
          </a:p>
          <a:p>
            <a:br>
              <a:rPr lang="en-US" dirty="0"/>
            </a:br>
            <a:endParaRPr lang="en-US" dirty="0">
              <a:solidFill>
                <a:schemeClr val="tx1"/>
              </a:solidFill>
              <a:latin typeface="Syne" panose="020B0604020202020204" charset="0"/>
            </a:endParaRPr>
          </a:p>
        </p:txBody>
      </p:sp>
      <p:grpSp>
        <p:nvGrpSpPr>
          <p:cNvPr id="2" name="Google Shape;143;p26">
            <a:extLst>
              <a:ext uri="{FF2B5EF4-FFF2-40B4-BE49-F238E27FC236}">
                <a16:creationId xmlns:a16="http://schemas.microsoft.com/office/drawing/2014/main" id="{29F6F531-F4E1-FF40-AB85-450E1AE03692}"/>
              </a:ext>
            </a:extLst>
          </p:cNvPr>
          <p:cNvGrpSpPr/>
          <p:nvPr/>
        </p:nvGrpSpPr>
        <p:grpSpPr>
          <a:xfrm rot="5400000">
            <a:off x="8619052" y="80943"/>
            <a:ext cx="425676" cy="382727"/>
            <a:chOff x="8552100" y="4551675"/>
            <a:chExt cx="385800" cy="385800"/>
          </a:xfrm>
        </p:grpSpPr>
        <p:sp>
          <p:nvSpPr>
            <p:cNvPr id="3" name="Google Shape;144;p26">
              <a:extLst>
                <a:ext uri="{FF2B5EF4-FFF2-40B4-BE49-F238E27FC236}">
                  <a16:creationId xmlns:a16="http://schemas.microsoft.com/office/drawing/2014/main" id="{F4F2BB36-4201-A6D9-BE8D-6946C4DAD7A2}"/>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5" name="Google Shape;145;p26">
              <a:extLst>
                <a:ext uri="{FF2B5EF4-FFF2-40B4-BE49-F238E27FC236}">
                  <a16:creationId xmlns:a16="http://schemas.microsoft.com/office/drawing/2014/main" id="{C7CD4C25-5243-6312-4B11-5D561587713F}"/>
                </a:ext>
              </a:extLst>
            </p:cNvPr>
            <p:cNvGrpSpPr/>
            <p:nvPr/>
          </p:nvGrpSpPr>
          <p:grpSpPr>
            <a:xfrm rot="10800000" flipH="1">
              <a:off x="8632571" y="4632486"/>
              <a:ext cx="224463" cy="224463"/>
              <a:chOff x="3574522" y="1012747"/>
              <a:chExt cx="395321" cy="395321"/>
            </a:xfrm>
          </p:grpSpPr>
          <p:sp>
            <p:nvSpPr>
              <p:cNvPr id="6" name="Google Shape;146;p26">
                <a:extLst>
                  <a:ext uri="{FF2B5EF4-FFF2-40B4-BE49-F238E27FC236}">
                    <a16:creationId xmlns:a16="http://schemas.microsoft.com/office/drawing/2014/main" id="{41060B62-DACC-9C24-8BC9-4171E18FE313}"/>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 name="Google Shape;147;p26">
                <a:extLst>
                  <a:ext uri="{FF2B5EF4-FFF2-40B4-BE49-F238E27FC236}">
                    <a16:creationId xmlns:a16="http://schemas.microsoft.com/office/drawing/2014/main" id="{2756B4BB-6892-C039-42AA-49E2B362EE2E}"/>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9" name="Google Shape;180;p29">
            <a:extLst>
              <a:ext uri="{FF2B5EF4-FFF2-40B4-BE49-F238E27FC236}">
                <a16:creationId xmlns:a16="http://schemas.microsoft.com/office/drawing/2014/main" id="{D3F721EA-6B47-84C7-C70F-246843963BF0}"/>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3971178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4461-9C31-521A-8310-FE269682C9CD}"/>
            </a:ext>
          </a:extLst>
        </p:cNvPr>
        <p:cNvGrpSpPr/>
        <p:nvPr/>
      </p:nvGrpSpPr>
      <p:grpSpPr>
        <a:xfrm>
          <a:off x="0" y="0"/>
          <a:ext cx="0" cy="0"/>
          <a:chOff x="0" y="0"/>
          <a:chExt cx="0" cy="0"/>
        </a:xfrm>
      </p:grpSpPr>
      <p:sp>
        <p:nvSpPr>
          <p:cNvPr id="7" name="Google Shape;202;p31">
            <a:extLst>
              <a:ext uri="{FF2B5EF4-FFF2-40B4-BE49-F238E27FC236}">
                <a16:creationId xmlns:a16="http://schemas.microsoft.com/office/drawing/2014/main" id="{B65F6189-BB3C-C9FA-3B90-CB48D701EBF6}"/>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Korelasi</a:t>
            </a:r>
            <a:endParaRPr dirty="0"/>
          </a:p>
        </p:txBody>
      </p:sp>
      <p:sp>
        <p:nvSpPr>
          <p:cNvPr id="11" name="TextBox 10">
            <a:extLst>
              <a:ext uri="{FF2B5EF4-FFF2-40B4-BE49-F238E27FC236}">
                <a16:creationId xmlns:a16="http://schemas.microsoft.com/office/drawing/2014/main" id="{5F15B011-475C-E6ED-FE88-9C7BC4C25089}"/>
              </a:ext>
            </a:extLst>
          </p:cNvPr>
          <p:cNvSpPr txBox="1"/>
          <p:nvPr/>
        </p:nvSpPr>
        <p:spPr>
          <a:xfrm>
            <a:off x="600928" y="3883493"/>
            <a:ext cx="7719862" cy="954107"/>
          </a:xfrm>
          <a:prstGeom prst="rect">
            <a:avLst/>
          </a:prstGeom>
          <a:noFill/>
        </p:spPr>
        <p:txBody>
          <a:bodyPr wrap="square" rtlCol="0">
            <a:spAutoFit/>
          </a:bodyPr>
          <a:lstStyle/>
          <a:p>
            <a:r>
              <a:rPr lang="en-US" dirty="0">
                <a:solidFill>
                  <a:schemeClr val="tx1"/>
                </a:solidFill>
                <a:latin typeface="Syne" panose="020B0604020202020204" charset="0"/>
              </a:rPr>
              <a:t>Antara </a:t>
            </a:r>
            <a:r>
              <a:rPr lang="en-US" dirty="0" err="1">
                <a:solidFill>
                  <a:schemeClr val="tx1"/>
                </a:solidFill>
                <a:latin typeface="Syne" panose="020B0604020202020204" charset="0"/>
              </a:rPr>
              <a:t>kuantitas</a:t>
            </a:r>
            <a:r>
              <a:rPr lang="en-US" dirty="0">
                <a:solidFill>
                  <a:schemeClr val="tx1"/>
                </a:solidFill>
                <a:latin typeface="Syne" panose="020B0604020202020204" charset="0"/>
              </a:rPr>
              <a:t> dan </a:t>
            </a:r>
            <a:r>
              <a:rPr lang="en-US" dirty="0" err="1">
                <a:solidFill>
                  <a:schemeClr val="tx1"/>
                </a:solidFill>
                <a:latin typeface="Syne" panose="020B0604020202020204" charset="0"/>
              </a:rPr>
              <a:t>harga</a:t>
            </a:r>
            <a:r>
              <a:rPr lang="en-US" dirty="0">
                <a:solidFill>
                  <a:schemeClr val="tx1"/>
                </a:solidFill>
                <a:latin typeface="Syne" panose="020B0604020202020204" charset="0"/>
              </a:rPr>
              <a:t> per unit </a:t>
            </a:r>
            <a:r>
              <a:rPr lang="en-US" dirty="0" err="1">
                <a:solidFill>
                  <a:schemeClr val="tx1"/>
                </a:solidFill>
                <a:latin typeface="Syne" panose="020B0604020202020204" charset="0"/>
              </a:rPr>
              <a:t>tidak</a:t>
            </a:r>
            <a:r>
              <a:rPr lang="en-US" dirty="0">
                <a:solidFill>
                  <a:schemeClr val="tx1"/>
                </a:solidFill>
                <a:latin typeface="Syne" panose="020B0604020202020204" charset="0"/>
              </a:rPr>
              <a:t> </a:t>
            </a:r>
            <a:r>
              <a:rPr lang="en-US" dirty="0" err="1">
                <a:solidFill>
                  <a:schemeClr val="tx1"/>
                </a:solidFill>
                <a:latin typeface="Syne" panose="020B0604020202020204" charset="0"/>
              </a:rPr>
              <a:t>memiliki</a:t>
            </a:r>
            <a:r>
              <a:rPr lang="en-US" dirty="0">
                <a:solidFill>
                  <a:schemeClr val="tx1"/>
                </a:solidFill>
                <a:latin typeface="Syne" panose="020B0604020202020204" charset="0"/>
              </a:rPr>
              <a:t> </a:t>
            </a:r>
            <a:r>
              <a:rPr lang="en-US" dirty="0" err="1">
                <a:solidFill>
                  <a:schemeClr val="tx1"/>
                </a:solidFill>
                <a:latin typeface="Syne" panose="020B0604020202020204" charset="0"/>
              </a:rPr>
              <a:t>korelasi</a:t>
            </a:r>
            <a:r>
              <a:rPr lang="en-US" dirty="0">
                <a:solidFill>
                  <a:schemeClr val="tx1"/>
                </a:solidFill>
                <a:latin typeface="Syne" panose="020B0604020202020204" charset="0"/>
              </a:rPr>
              <a:t> yang </a:t>
            </a:r>
            <a:r>
              <a:rPr lang="en-US" dirty="0" err="1">
                <a:solidFill>
                  <a:schemeClr val="tx1"/>
                </a:solidFill>
                <a:latin typeface="Syne" panose="020B0604020202020204" charset="0"/>
              </a:rPr>
              <a:t>siginifikan</a:t>
            </a:r>
            <a:r>
              <a:rPr lang="en-US" dirty="0">
                <a:solidFill>
                  <a:schemeClr val="tx1"/>
                </a:solidFill>
                <a:latin typeface="Syne" panose="020B0604020202020204" charset="0"/>
              </a:rPr>
              <a:t> </a:t>
            </a:r>
            <a:r>
              <a:rPr lang="en-US" dirty="0" err="1">
                <a:solidFill>
                  <a:schemeClr val="tx1"/>
                </a:solidFill>
                <a:latin typeface="Syne" panose="020B0604020202020204" charset="0"/>
              </a:rPr>
              <a:t>baik</a:t>
            </a:r>
            <a:r>
              <a:rPr lang="en-US" dirty="0">
                <a:solidFill>
                  <a:schemeClr val="tx1"/>
                </a:solidFill>
                <a:latin typeface="Syne" panose="020B0604020202020204" charset="0"/>
              </a:rPr>
              <a:t> negative </a:t>
            </a:r>
            <a:r>
              <a:rPr lang="en-US" dirty="0" err="1">
                <a:solidFill>
                  <a:schemeClr val="tx1"/>
                </a:solidFill>
                <a:latin typeface="Syne" panose="020B0604020202020204" charset="0"/>
              </a:rPr>
              <a:t>atau</a:t>
            </a:r>
            <a:r>
              <a:rPr lang="en-US" dirty="0">
                <a:solidFill>
                  <a:schemeClr val="tx1"/>
                </a:solidFill>
                <a:latin typeface="Syne" panose="020B0604020202020204" charset="0"/>
              </a:rPr>
              <a:t> </a:t>
            </a:r>
            <a:r>
              <a:rPr lang="en-US" dirty="0" err="1">
                <a:solidFill>
                  <a:schemeClr val="tx1"/>
                </a:solidFill>
                <a:latin typeface="Syne" panose="020B0604020202020204" charset="0"/>
              </a:rPr>
              <a:t>postifi</a:t>
            </a:r>
            <a:r>
              <a:rPr lang="en-US" dirty="0">
                <a:solidFill>
                  <a:schemeClr val="tx1"/>
                </a:solidFill>
                <a:latin typeface="Syne" panose="020B0604020202020204" charset="0"/>
              </a:rPr>
              <a:t> </a:t>
            </a:r>
            <a:r>
              <a:rPr lang="en-US" dirty="0" err="1">
                <a:solidFill>
                  <a:schemeClr val="tx1"/>
                </a:solidFill>
                <a:latin typeface="Syne" panose="020B0604020202020204" charset="0"/>
              </a:rPr>
              <a:t>jika</a:t>
            </a:r>
            <a:r>
              <a:rPr lang="en-US" dirty="0">
                <a:solidFill>
                  <a:schemeClr val="tx1"/>
                </a:solidFill>
                <a:latin typeface="Syne" panose="020B0604020202020204" charset="0"/>
              </a:rPr>
              <a:t> di </a:t>
            </a:r>
            <a:r>
              <a:rPr lang="en-US" dirty="0" err="1">
                <a:solidFill>
                  <a:schemeClr val="tx1"/>
                </a:solidFill>
                <a:latin typeface="Syne" panose="020B0604020202020204" charset="0"/>
              </a:rPr>
              <a:t>lihat</a:t>
            </a:r>
            <a:r>
              <a:rPr lang="en-US" dirty="0">
                <a:solidFill>
                  <a:schemeClr val="tx1"/>
                </a:solidFill>
                <a:latin typeface="Syne" panose="020B0604020202020204" charset="0"/>
              </a:rPr>
              <a:t> </a:t>
            </a:r>
            <a:r>
              <a:rPr lang="en-US" dirty="0" err="1">
                <a:solidFill>
                  <a:schemeClr val="tx1"/>
                </a:solidFill>
                <a:latin typeface="Syne" panose="020B0604020202020204" charset="0"/>
              </a:rPr>
              <a:t>dari</a:t>
            </a:r>
            <a:r>
              <a:rPr lang="en-US" dirty="0">
                <a:solidFill>
                  <a:schemeClr val="tx1"/>
                </a:solidFill>
                <a:latin typeface="Syne" panose="020B0604020202020204" charset="0"/>
              </a:rPr>
              <a:t> heatmap dan </a:t>
            </a:r>
            <a:r>
              <a:rPr lang="en-US" dirty="0" err="1">
                <a:solidFill>
                  <a:schemeClr val="tx1"/>
                </a:solidFill>
                <a:latin typeface="Syne" panose="020B0604020202020204" charset="0"/>
              </a:rPr>
              <a:t>scatterplot.tetapi</a:t>
            </a:r>
            <a:r>
              <a:rPr lang="en-US" dirty="0">
                <a:solidFill>
                  <a:schemeClr val="tx1"/>
                </a:solidFill>
                <a:latin typeface="Syne" panose="020B0604020202020204" charset="0"/>
              </a:rPr>
              <a:t> </a:t>
            </a:r>
            <a:r>
              <a:rPr lang="en-US" dirty="0" err="1">
                <a:solidFill>
                  <a:schemeClr val="tx1"/>
                </a:solidFill>
                <a:latin typeface="Syne" panose="020B0604020202020204" charset="0"/>
              </a:rPr>
              <a:t>kita</a:t>
            </a:r>
            <a:r>
              <a:rPr lang="en-US" dirty="0">
                <a:solidFill>
                  <a:schemeClr val="tx1"/>
                </a:solidFill>
                <a:latin typeface="Syne" panose="020B0604020202020204" charset="0"/>
              </a:rPr>
              <a:t> </a:t>
            </a:r>
            <a:r>
              <a:rPr lang="en-US" dirty="0" err="1">
                <a:solidFill>
                  <a:schemeClr val="tx1"/>
                </a:solidFill>
                <a:latin typeface="Syne" panose="020B0604020202020204" charset="0"/>
              </a:rPr>
              <a:t>bisa</a:t>
            </a:r>
            <a:r>
              <a:rPr lang="en-US" dirty="0">
                <a:solidFill>
                  <a:schemeClr val="tx1"/>
                </a:solidFill>
                <a:latin typeface="Syne" panose="020B0604020202020204" charset="0"/>
              </a:rPr>
              <a:t> </a:t>
            </a:r>
            <a:r>
              <a:rPr lang="en-US" dirty="0" err="1">
                <a:solidFill>
                  <a:schemeClr val="tx1"/>
                </a:solidFill>
                <a:latin typeface="Syne" panose="020B0604020202020204" charset="0"/>
              </a:rPr>
              <a:t>menyimpulkan</a:t>
            </a:r>
            <a:r>
              <a:rPr lang="en-US" dirty="0">
                <a:solidFill>
                  <a:schemeClr val="tx1"/>
                </a:solidFill>
                <a:latin typeface="Syne" panose="020B0604020202020204" charset="0"/>
              </a:rPr>
              <a:t> </a:t>
            </a:r>
            <a:r>
              <a:rPr lang="en-US" dirty="0" err="1">
                <a:solidFill>
                  <a:schemeClr val="tx1"/>
                </a:solidFill>
                <a:latin typeface="Syne" panose="020B0604020202020204" charset="0"/>
              </a:rPr>
              <a:t>bahwa</a:t>
            </a:r>
            <a:r>
              <a:rPr lang="en-US" dirty="0">
                <a:solidFill>
                  <a:schemeClr val="tx1"/>
                </a:solidFill>
                <a:latin typeface="Syne" panose="020B0604020202020204" charset="0"/>
              </a:rPr>
              <a:t> </a:t>
            </a:r>
            <a:r>
              <a:rPr lang="en-US" dirty="0" err="1">
                <a:solidFill>
                  <a:schemeClr val="tx1"/>
                </a:solidFill>
                <a:latin typeface="Syne" panose="020B0604020202020204" charset="0"/>
              </a:rPr>
              <a:t>penumpukan</a:t>
            </a:r>
            <a:r>
              <a:rPr lang="en-US" dirty="0">
                <a:solidFill>
                  <a:schemeClr val="tx1"/>
                </a:solidFill>
                <a:latin typeface="Syne" panose="020B0604020202020204" charset="0"/>
              </a:rPr>
              <a:t> pada </a:t>
            </a:r>
            <a:r>
              <a:rPr lang="en-US" dirty="0" err="1">
                <a:solidFill>
                  <a:schemeClr val="tx1"/>
                </a:solidFill>
                <a:latin typeface="Syne" panose="020B0604020202020204" charset="0"/>
              </a:rPr>
              <a:t>titik-titik</a:t>
            </a:r>
            <a:r>
              <a:rPr lang="en-US" dirty="0">
                <a:solidFill>
                  <a:schemeClr val="tx1"/>
                </a:solidFill>
                <a:latin typeface="Syne" panose="020B0604020202020204" charset="0"/>
              </a:rPr>
              <a:t> </a:t>
            </a:r>
            <a:r>
              <a:rPr lang="en-US" dirty="0" err="1">
                <a:solidFill>
                  <a:schemeClr val="tx1"/>
                </a:solidFill>
                <a:latin typeface="Syne" panose="020B0604020202020204" charset="0"/>
              </a:rPr>
              <a:t>dibagian</a:t>
            </a:r>
            <a:r>
              <a:rPr lang="en-US" dirty="0">
                <a:solidFill>
                  <a:schemeClr val="tx1"/>
                </a:solidFill>
                <a:latin typeface="Syne" panose="020B0604020202020204" charset="0"/>
              </a:rPr>
              <a:t> kiri scatter plot </a:t>
            </a:r>
            <a:r>
              <a:rPr lang="en-US" dirty="0" err="1">
                <a:solidFill>
                  <a:schemeClr val="tx1"/>
                </a:solidFill>
                <a:latin typeface="Syne" panose="020B0604020202020204" charset="0"/>
              </a:rPr>
              <a:t>merupakan</a:t>
            </a:r>
            <a:r>
              <a:rPr lang="en-US" dirty="0">
                <a:solidFill>
                  <a:schemeClr val="tx1"/>
                </a:solidFill>
                <a:latin typeface="Syne" panose="020B0604020202020204" charset="0"/>
              </a:rPr>
              <a:t> </a:t>
            </a:r>
            <a:r>
              <a:rPr lang="en-US" dirty="0" err="1">
                <a:solidFill>
                  <a:schemeClr val="tx1"/>
                </a:solidFill>
                <a:latin typeface="Syne" panose="020B0604020202020204" charset="0"/>
              </a:rPr>
              <a:t>pola</a:t>
            </a:r>
            <a:r>
              <a:rPr lang="en-US" dirty="0">
                <a:solidFill>
                  <a:schemeClr val="tx1"/>
                </a:solidFill>
                <a:latin typeface="Syne" panose="020B0604020202020204" charset="0"/>
              </a:rPr>
              <a:t> </a:t>
            </a:r>
            <a:r>
              <a:rPr lang="en-US" dirty="0" err="1">
                <a:solidFill>
                  <a:schemeClr val="tx1"/>
                </a:solidFill>
                <a:latin typeface="Syne" panose="020B0604020202020204" charset="0"/>
              </a:rPr>
              <a:t>pembelian</a:t>
            </a:r>
            <a:r>
              <a:rPr lang="en-US" dirty="0">
                <a:solidFill>
                  <a:schemeClr val="tx1"/>
                </a:solidFill>
                <a:latin typeface="Syne" panose="020B0604020202020204" charset="0"/>
              </a:rPr>
              <a:t> </a:t>
            </a:r>
            <a:r>
              <a:rPr lang="en-US" dirty="0" err="1">
                <a:solidFill>
                  <a:schemeClr val="tx1"/>
                </a:solidFill>
                <a:latin typeface="Syne" panose="020B0604020202020204" charset="0"/>
              </a:rPr>
              <a:t>barang</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harga</a:t>
            </a:r>
            <a:r>
              <a:rPr lang="en-US" dirty="0">
                <a:solidFill>
                  <a:schemeClr val="tx1"/>
                </a:solidFill>
                <a:latin typeface="Syne" panose="020B0604020202020204" charset="0"/>
              </a:rPr>
              <a:t> </a:t>
            </a:r>
            <a:r>
              <a:rPr lang="en-US" dirty="0" err="1">
                <a:solidFill>
                  <a:schemeClr val="tx1"/>
                </a:solidFill>
                <a:latin typeface="Syne" panose="020B0604020202020204" charset="0"/>
              </a:rPr>
              <a:t>rendah</a:t>
            </a:r>
            <a:r>
              <a:rPr lang="en-US" dirty="0">
                <a:solidFill>
                  <a:schemeClr val="tx1"/>
                </a:solidFill>
                <a:latin typeface="Syne" panose="020B0604020202020204" charset="0"/>
              </a:rPr>
              <a:t> </a:t>
            </a:r>
            <a:r>
              <a:rPr lang="en-US" dirty="0" err="1">
                <a:solidFill>
                  <a:schemeClr val="tx1"/>
                </a:solidFill>
                <a:latin typeface="Syne" panose="020B0604020202020204" charset="0"/>
              </a:rPr>
              <a:t>cenderung</a:t>
            </a:r>
            <a:r>
              <a:rPr lang="en-US" dirty="0">
                <a:solidFill>
                  <a:schemeClr val="tx1"/>
                </a:solidFill>
                <a:latin typeface="Syne" panose="020B0604020202020204" charset="0"/>
              </a:rPr>
              <a:t> quantity </a:t>
            </a:r>
            <a:r>
              <a:rPr lang="en-US" dirty="0" err="1">
                <a:solidFill>
                  <a:schemeClr val="tx1"/>
                </a:solidFill>
                <a:latin typeface="Syne" panose="020B0604020202020204" charset="0"/>
              </a:rPr>
              <a:t>pembelian</a:t>
            </a:r>
            <a:r>
              <a:rPr lang="en-US" dirty="0">
                <a:solidFill>
                  <a:schemeClr val="tx1"/>
                </a:solidFill>
                <a:latin typeface="Syne" panose="020B0604020202020204" charset="0"/>
              </a:rPr>
              <a:t> </a:t>
            </a:r>
            <a:r>
              <a:rPr lang="en-US" dirty="0" err="1">
                <a:solidFill>
                  <a:schemeClr val="tx1"/>
                </a:solidFill>
                <a:latin typeface="Syne" panose="020B0604020202020204" charset="0"/>
              </a:rPr>
              <a:t>besar</a:t>
            </a:r>
            <a:endParaRPr lang="en-US" dirty="0">
              <a:solidFill>
                <a:schemeClr val="tx1"/>
              </a:solidFill>
              <a:latin typeface="Syne" panose="020B0604020202020204" charset="0"/>
            </a:endParaRPr>
          </a:p>
        </p:txBody>
      </p:sp>
      <p:pic>
        <p:nvPicPr>
          <p:cNvPr id="3" name="Picture 2">
            <a:extLst>
              <a:ext uri="{FF2B5EF4-FFF2-40B4-BE49-F238E27FC236}">
                <a16:creationId xmlns:a16="http://schemas.microsoft.com/office/drawing/2014/main" id="{563D78F4-3B53-497A-0BCE-A021C36F6F94}"/>
              </a:ext>
            </a:extLst>
          </p:cNvPr>
          <p:cNvPicPr>
            <a:picLocks noChangeAspect="1"/>
          </p:cNvPicPr>
          <p:nvPr/>
        </p:nvPicPr>
        <p:blipFill>
          <a:blip r:embed="rId2"/>
          <a:stretch>
            <a:fillRect/>
          </a:stretch>
        </p:blipFill>
        <p:spPr>
          <a:xfrm>
            <a:off x="685800" y="1227483"/>
            <a:ext cx="4429810" cy="2439200"/>
          </a:xfrm>
          <a:prstGeom prst="rect">
            <a:avLst/>
          </a:prstGeom>
        </p:spPr>
      </p:pic>
      <p:pic>
        <p:nvPicPr>
          <p:cNvPr id="6" name="Picture 5">
            <a:extLst>
              <a:ext uri="{FF2B5EF4-FFF2-40B4-BE49-F238E27FC236}">
                <a16:creationId xmlns:a16="http://schemas.microsoft.com/office/drawing/2014/main" id="{31AF2CCE-80B6-0451-1C9D-3EF8CD70E29E}"/>
              </a:ext>
            </a:extLst>
          </p:cNvPr>
          <p:cNvPicPr>
            <a:picLocks noChangeAspect="1"/>
          </p:cNvPicPr>
          <p:nvPr/>
        </p:nvPicPr>
        <p:blipFill>
          <a:blip r:embed="rId3"/>
          <a:stretch>
            <a:fillRect/>
          </a:stretch>
        </p:blipFill>
        <p:spPr>
          <a:xfrm>
            <a:off x="5072601" y="1145960"/>
            <a:ext cx="3314987" cy="2629128"/>
          </a:xfrm>
          <a:prstGeom prst="rect">
            <a:avLst/>
          </a:prstGeom>
        </p:spPr>
      </p:pic>
      <p:grpSp>
        <p:nvGrpSpPr>
          <p:cNvPr id="2" name="Google Shape;143;p26">
            <a:extLst>
              <a:ext uri="{FF2B5EF4-FFF2-40B4-BE49-F238E27FC236}">
                <a16:creationId xmlns:a16="http://schemas.microsoft.com/office/drawing/2014/main" id="{BA4756C9-2EEA-4948-98F3-C5E88D052178}"/>
              </a:ext>
            </a:extLst>
          </p:cNvPr>
          <p:cNvGrpSpPr/>
          <p:nvPr/>
        </p:nvGrpSpPr>
        <p:grpSpPr>
          <a:xfrm rot="5400000">
            <a:off x="8619052" y="80943"/>
            <a:ext cx="425676" cy="382727"/>
            <a:chOff x="8552100" y="4551675"/>
            <a:chExt cx="385800" cy="385800"/>
          </a:xfrm>
        </p:grpSpPr>
        <p:sp>
          <p:nvSpPr>
            <p:cNvPr id="4" name="Google Shape;144;p26">
              <a:extLst>
                <a:ext uri="{FF2B5EF4-FFF2-40B4-BE49-F238E27FC236}">
                  <a16:creationId xmlns:a16="http://schemas.microsoft.com/office/drawing/2014/main" id="{BBA0C489-91DB-C537-94BB-DD703E846503}"/>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5" name="Google Shape;145;p26">
              <a:extLst>
                <a:ext uri="{FF2B5EF4-FFF2-40B4-BE49-F238E27FC236}">
                  <a16:creationId xmlns:a16="http://schemas.microsoft.com/office/drawing/2014/main" id="{ADB26EB9-EF04-BDE7-8DA8-4BB4A1A7A630}"/>
                </a:ext>
              </a:extLst>
            </p:cNvPr>
            <p:cNvGrpSpPr/>
            <p:nvPr/>
          </p:nvGrpSpPr>
          <p:grpSpPr>
            <a:xfrm rot="10800000" flipH="1">
              <a:off x="8632571" y="4632486"/>
              <a:ext cx="224463" cy="224463"/>
              <a:chOff x="3574522" y="1012747"/>
              <a:chExt cx="395321" cy="395321"/>
            </a:xfrm>
          </p:grpSpPr>
          <p:sp>
            <p:nvSpPr>
              <p:cNvPr id="8" name="Google Shape;146;p26">
                <a:extLst>
                  <a:ext uri="{FF2B5EF4-FFF2-40B4-BE49-F238E27FC236}">
                    <a16:creationId xmlns:a16="http://schemas.microsoft.com/office/drawing/2014/main" id="{B1CA358A-55E9-23B3-542D-060A143A43FA}"/>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9" name="Google Shape;147;p26">
                <a:extLst>
                  <a:ext uri="{FF2B5EF4-FFF2-40B4-BE49-F238E27FC236}">
                    <a16:creationId xmlns:a16="http://schemas.microsoft.com/office/drawing/2014/main" id="{DFA72C9E-3B7E-B7E0-BDC4-FB1059302A2D}"/>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2" name="Google Shape;180;p29">
            <a:extLst>
              <a:ext uri="{FF2B5EF4-FFF2-40B4-BE49-F238E27FC236}">
                <a16:creationId xmlns:a16="http://schemas.microsoft.com/office/drawing/2014/main" id="{578DF353-8513-265F-B391-4B737AE76492}"/>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1640229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3061-04EF-FCE5-4388-2482860B8AC1}"/>
            </a:ext>
          </a:extLst>
        </p:cNvPr>
        <p:cNvGrpSpPr/>
        <p:nvPr/>
      </p:nvGrpSpPr>
      <p:grpSpPr>
        <a:xfrm>
          <a:off x="0" y="0"/>
          <a:ext cx="0" cy="0"/>
          <a:chOff x="0" y="0"/>
          <a:chExt cx="0" cy="0"/>
        </a:xfrm>
      </p:grpSpPr>
      <p:sp>
        <p:nvSpPr>
          <p:cNvPr id="7" name="Google Shape;202;p31">
            <a:extLst>
              <a:ext uri="{FF2B5EF4-FFF2-40B4-BE49-F238E27FC236}">
                <a16:creationId xmlns:a16="http://schemas.microsoft.com/office/drawing/2014/main" id="{AC2C3170-01DD-1450-522C-6BE3C4771CB5}"/>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Distribusi</a:t>
            </a:r>
            <a:r>
              <a:rPr lang="en-US" dirty="0"/>
              <a:t> </a:t>
            </a:r>
            <a:r>
              <a:rPr lang="en-US" dirty="0" err="1"/>
              <a:t>kuantitas</a:t>
            </a:r>
            <a:endParaRPr dirty="0"/>
          </a:p>
        </p:txBody>
      </p:sp>
      <p:sp>
        <p:nvSpPr>
          <p:cNvPr id="11" name="TextBox 10">
            <a:extLst>
              <a:ext uri="{FF2B5EF4-FFF2-40B4-BE49-F238E27FC236}">
                <a16:creationId xmlns:a16="http://schemas.microsoft.com/office/drawing/2014/main" id="{73856A77-0C32-CAC8-1828-664CBB7D99F8}"/>
              </a:ext>
            </a:extLst>
          </p:cNvPr>
          <p:cNvSpPr txBox="1"/>
          <p:nvPr/>
        </p:nvSpPr>
        <p:spPr>
          <a:xfrm>
            <a:off x="600928" y="3883493"/>
            <a:ext cx="7719862" cy="1169551"/>
          </a:xfrm>
          <a:prstGeom prst="rect">
            <a:avLst/>
          </a:prstGeom>
          <a:noFill/>
        </p:spPr>
        <p:txBody>
          <a:bodyPr wrap="square" rtlCol="0">
            <a:spAutoFit/>
          </a:bodyPr>
          <a:lstStyle/>
          <a:p>
            <a:r>
              <a:rPr lang="en-US" dirty="0" err="1">
                <a:solidFill>
                  <a:schemeClr val="tx1"/>
                </a:solidFill>
                <a:latin typeface="Syne" panose="020B0604020202020204" charset="0"/>
              </a:rPr>
              <a:t>Grafik</a:t>
            </a:r>
            <a:r>
              <a:rPr lang="en-US" dirty="0">
                <a:solidFill>
                  <a:schemeClr val="tx1"/>
                </a:solidFill>
                <a:latin typeface="Syne" panose="020B0604020202020204" charset="0"/>
              </a:rPr>
              <a:t> </a:t>
            </a:r>
            <a:r>
              <a:rPr lang="en-US" dirty="0" err="1">
                <a:solidFill>
                  <a:schemeClr val="tx1"/>
                </a:solidFill>
                <a:latin typeface="Syne" panose="020B0604020202020204" charset="0"/>
              </a:rPr>
              <a:t>ini</a:t>
            </a:r>
            <a:r>
              <a:rPr lang="en-US" dirty="0">
                <a:solidFill>
                  <a:schemeClr val="tx1"/>
                </a:solidFill>
                <a:latin typeface="Syne" panose="020B0604020202020204" charset="0"/>
              </a:rPr>
              <a:t> </a:t>
            </a:r>
            <a:r>
              <a:rPr lang="en-US" dirty="0" err="1">
                <a:solidFill>
                  <a:schemeClr val="tx1"/>
                </a:solidFill>
                <a:latin typeface="Syne" panose="020B0604020202020204" charset="0"/>
              </a:rPr>
              <a:t>menunjukkan</a:t>
            </a:r>
            <a:r>
              <a:rPr lang="en-US" dirty="0">
                <a:solidFill>
                  <a:schemeClr val="tx1"/>
                </a:solidFill>
                <a:latin typeface="Syne" panose="020B0604020202020204" charset="0"/>
              </a:rPr>
              <a:t> </a:t>
            </a:r>
            <a:r>
              <a:rPr lang="en-US" dirty="0" err="1">
                <a:solidFill>
                  <a:schemeClr val="tx1"/>
                </a:solidFill>
                <a:latin typeface="Syne" panose="020B0604020202020204" charset="0"/>
              </a:rPr>
              <a:t>frekuensi</a:t>
            </a:r>
            <a:r>
              <a:rPr lang="en-US" dirty="0">
                <a:solidFill>
                  <a:schemeClr val="tx1"/>
                </a:solidFill>
                <a:latin typeface="Syne" panose="020B0604020202020204" charset="0"/>
              </a:rPr>
              <a:t> (</a:t>
            </a:r>
            <a:r>
              <a:rPr lang="en-US" dirty="0" err="1">
                <a:solidFill>
                  <a:schemeClr val="tx1"/>
                </a:solidFill>
                <a:latin typeface="Syne" panose="020B0604020202020204" charset="0"/>
              </a:rPr>
              <a:t>jumlah</a:t>
            </a:r>
            <a:r>
              <a:rPr lang="en-US" dirty="0">
                <a:solidFill>
                  <a:schemeClr val="tx1"/>
                </a:solidFill>
                <a:latin typeface="Syne" panose="020B0604020202020204" charset="0"/>
              </a:rPr>
              <a:t> </a:t>
            </a:r>
            <a:r>
              <a:rPr lang="en-US" dirty="0" err="1">
                <a:solidFill>
                  <a:schemeClr val="tx1"/>
                </a:solidFill>
                <a:latin typeface="Syne" panose="020B0604020202020204" charset="0"/>
              </a:rPr>
              <a:t>transaksi</a:t>
            </a:r>
            <a:r>
              <a:rPr lang="en-US" dirty="0">
                <a:solidFill>
                  <a:schemeClr val="tx1"/>
                </a:solidFill>
                <a:latin typeface="Syne" panose="020B0604020202020204" charset="0"/>
              </a:rPr>
              <a:t>) </a:t>
            </a:r>
            <a:r>
              <a:rPr lang="en-US" dirty="0" err="1">
                <a:solidFill>
                  <a:schemeClr val="tx1"/>
                </a:solidFill>
                <a:latin typeface="Syne" panose="020B0604020202020204" charset="0"/>
              </a:rPr>
              <a:t>dari</a:t>
            </a:r>
            <a:r>
              <a:rPr lang="en-US" dirty="0">
                <a:solidFill>
                  <a:schemeClr val="tx1"/>
                </a:solidFill>
                <a:latin typeface="Syne" panose="020B0604020202020204" charset="0"/>
              </a:rPr>
              <a:t> </a:t>
            </a:r>
            <a:r>
              <a:rPr lang="en-US" dirty="0" err="1">
                <a:solidFill>
                  <a:schemeClr val="tx1"/>
                </a:solidFill>
                <a:latin typeface="Syne" panose="020B0604020202020204" charset="0"/>
              </a:rPr>
              <a:t>kuantitas</a:t>
            </a:r>
            <a:r>
              <a:rPr lang="en-US" dirty="0">
                <a:solidFill>
                  <a:schemeClr val="tx1"/>
                </a:solidFill>
                <a:latin typeface="Syne" panose="020B0604020202020204" charset="0"/>
              </a:rPr>
              <a:t> </a:t>
            </a:r>
            <a:r>
              <a:rPr lang="en-US" dirty="0" err="1">
                <a:solidFill>
                  <a:schemeClr val="tx1"/>
                </a:solidFill>
                <a:latin typeface="Syne" panose="020B0604020202020204" charset="0"/>
              </a:rPr>
              <a:t>produk</a:t>
            </a:r>
            <a:r>
              <a:rPr lang="en-US" dirty="0">
                <a:solidFill>
                  <a:schemeClr val="tx1"/>
                </a:solidFill>
                <a:latin typeface="Syne" panose="020B0604020202020204" charset="0"/>
              </a:rPr>
              <a:t> yang </a:t>
            </a:r>
            <a:r>
              <a:rPr lang="en-US" dirty="0" err="1">
                <a:solidFill>
                  <a:schemeClr val="tx1"/>
                </a:solidFill>
                <a:latin typeface="Syne" panose="020B0604020202020204" charset="0"/>
              </a:rPr>
              <a:t>dibeli</a:t>
            </a:r>
            <a:r>
              <a:rPr lang="en-US" dirty="0">
                <a:solidFill>
                  <a:schemeClr val="tx1"/>
                </a:solidFill>
                <a:latin typeface="Syne" panose="020B0604020202020204" charset="0"/>
              </a:rPr>
              <a:t>. Pola yang paling </a:t>
            </a:r>
            <a:r>
              <a:rPr lang="en-US" dirty="0" err="1">
                <a:solidFill>
                  <a:schemeClr val="tx1"/>
                </a:solidFill>
                <a:latin typeface="Syne" panose="020B0604020202020204" charset="0"/>
              </a:rPr>
              <a:t>menonjol</a:t>
            </a:r>
            <a:r>
              <a:rPr lang="en-US" dirty="0">
                <a:solidFill>
                  <a:schemeClr val="tx1"/>
                </a:solidFill>
                <a:latin typeface="Syne" panose="020B0604020202020204" charset="0"/>
              </a:rPr>
              <a:t> </a:t>
            </a:r>
            <a:r>
              <a:rPr lang="en-US" dirty="0" err="1">
                <a:solidFill>
                  <a:schemeClr val="tx1"/>
                </a:solidFill>
                <a:latin typeface="Syne" panose="020B0604020202020204" charset="0"/>
              </a:rPr>
              <a:t>adalah</a:t>
            </a:r>
            <a:r>
              <a:rPr lang="en-US" dirty="0">
                <a:solidFill>
                  <a:schemeClr val="tx1"/>
                </a:solidFill>
                <a:latin typeface="Syne" panose="020B0604020202020204" charset="0"/>
              </a:rPr>
              <a:t> </a:t>
            </a:r>
            <a:r>
              <a:rPr lang="en-US" b="1" dirty="0" err="1">
                <a:solidFill>
                  <a:schemeClr val="tx1"/>
                </a:solidFill>
                <a:latin typeface="Syne" panose="020B0604020202020204" charset="0"/>
              </a:rPr>
              <a:t>mayoritas</a:t>
            </a:r>
            <a:r>
              <a:rPr lang="en-US" b="1" dirty="0">
                <a:solidFill>
                  <a:schemeClr val="tx1"/>
                </a:solidFill>
                <a:latin typeface="Syne" panose="020B0604020202020204" charset="0"/>
              </a:rPr>
              <a:t> </a:t>
            </a:r>
            <a:r>
              <a:rPr lang="en-US" b="1" dirty="0" err="1">
                <a:solidFill>
                  <a:schemeClr val="tx1"/>
                </a:solidFill>
                <a:latin typeface="Syne" panose="020B0604020202020204" charset="0"/>
              </a:rPr>
              <a:t>transaksi</a:t>
            </a:r>
            <a:r>
              <a:rPr lang="en-US" b="1" dirty="0">
                <a:solidFill>
                  <a:schemeClr val="tx1"/>
                </a:solidFill>
                <a:latin typeface="Syne" panose="020B0604020202020204" charset="0"/>
              </a:rPr>
              <a:t> </a:t>
            </a:r>
            <a:r>
              <a:rPr lang="en-US" b="1" dirty="0" err="1">
                <a:solidFill>
                  <a:schemeClr val="tx1"/>
                </a:solidFill>
                <a:latin typeface="Syne" panose="020B0604020202020204" charset="0"/>
              </a:rPr>
              <a:t>adalah</a:t>
            </a:r>
            <a:r>
              <a:rPr lang="en-US" b="1" dirty="0">
                <a:solidFill>
                  <a:schemeClr val="tx1"/>
                </a:solidFill>
                <a:latin typeface="Syne" panose="020B0604020202020204" charset="0"/>
              </a:rPr>
              <a:t> </a:t>
            </a:r>
            <a:r>
              <a:rPr lang="en-US" b="1" dirty="0" err="1">
                <a:solidFill>
                  <a:schemeClr val="tx1"/>
                </a:solidFill>
                <a:latin typeface="Syne" panose="020B0604020202020204" charset="0"/>
              </a:rPr>
              <a:t>pembelian</a:t>
            </a:r>
            <a:r>
              <a:rPr lang="en-US" b="1" dirty="0">
                <a:solidFill>
                  <a:schemeClr val="tx1"/>
                </a:solidFill>
                <a:latin typeface="Syne" panose="020B0604020202020204" charset="0"/>
              </a:rPr>
              <a:t> </a:t>
            </a:r>
            <a:r>
              <a:rPr lang="en-US" b="1" dirty="0" err="1">
                <a:solidFill>
                  <a:schemeClr val="tx1"/>
                </a:solidFill>
                <a:latin typeface="Syne" panose="020B0604020202020204" charset="0"/>
              </a:rPr>
              <a:t>dalam</a:t>
            </a:r>
            <a:r>
              <a:rPr lang="en-US" b="1" dirty="0">
                <a:solidFill>
                  <a:schemeClr val="tx1"/>
                </a:solidFill>
                <a:latin typeface="Syne" panose="020B0604020202020204" charset="0"/>
              </a:rPr>
              <a:t> </a:t>
            </a:r>
            <a:r>
              <a:rPr lang="en-US" b="1" dirty="0" err="1">
                <a:solidFill>
                  <a:schemeClr val="tx1"/>
                </a:solidFill>
                <a:latin typeface="Syne" panose="020B0604020202020204" charset="0"/>
              </a:rPr>
              <a:t>kuantitas</a:t>
            </a:r>
            <a:r>
              <a:rPr lang="en-US" b="1" dirty="0">
                <a:solidFill>
                  <a:schemeClr val="tx1"/>
                </a:solidFill>
                <a:latin typeface="Syne" panose="020B0604020202020204" charset="0"/>
              </a:rPr>
              <a:t> </a:t>
            </a:r>
            <a:r>
              <a:rPr lang="en-US" b="1" dirty="0" err="1">
                <a:solidFill>
                  <a:schemeClr val="tx1"/>
                </a:solidFill>
                <a:latin typeface="Syne" panose="020B0604020202020204" charset="0"/>
              </a:rPr>
              <a:t>kecil</a:t>
            </a:r>
            <a:r>
              <a:rPr lang="en-US" dirty="0">
                <a:solidFill>
                  <a:schemeClr val="tx1"/>
                </a:solidFill>
                <a:latin typeface="Syne" panose="020B0604020202020204" charset="0"/>
              </a:rPr>
              <a:t>, </a:t>
            </a:r>
            <a:r>
              <a:rPr lang="en-US" dirty="0" err="1">
                <a:solidFill>
                  <a:schemeClr val="tx1"/>
                </a:solidFill>
                <a:latin typeface="Syne" panose="020B0604020202020204" charset="0"/>
              </a:rPr>
              <a:t>terutama</a:t>
            </a:r>
            <a:r>
              <a:rPr lang="en-US" dirty="0">
                <a:solidFill>
                  <a:schemeClr val="tx1"/>
                </a:solidFill>
                <a:latin typeface="Syne" panose="020B0604020202020204" charset="0"/>
              </a:rPr>
              <a:t> </a:t>
            </a:r>
            <a:r>
              <a:rPr lang="en-US" dirty="0" err="1">
                <a:solidFill>
                  <a:schemeClr val="tx1"/>
                </a:solidFill>
                <a:latin typeface="Syne" panose="020B0604020202020204" charset="0"/>
              </a:rPr>
              <a:t>untuk</a:t>
            </a:r>
            <a:r>
              <a:rPr lang="en-US" dirty="0">
                <a:solidFill>
                  <a:schemeClr val="tx1"/>
                </a:solidFill>
                <a:latin typeface="Syne" panose="020B0604020202020204" charset="0"/>
              </a:rPr>
              <a:t> </a:t>
            </a:r>
            <a:r>
              <a:rPr lang="en-US" b="1" dirty="0">
                <a:solidFill>
                  <a:schemeClr val="tx1"/>
                </a:solidFill>
                <a:latin typeface="Syne" panose="020B0604020202020204" charset="0"/>
              </a:rPr>
              <a:t>1 </a:t>
            </a:r>
            <a:r>
              <a:rPr lang="en-US" b="1" dirty="0" err="1">
                <a:solidFill>
                  <a:schemeClr val="tx1"/>
                </a:solidFill>
                <a:latin typeface="Syne" panose="020B0604020202020204" charset="0"/>
              </a:rPr>
              <a:t>hingga</a:t>
            </a:r>
            <a:r>
              <a:rPr lang="en-US" b="1" dirty="0">
                <a:solidFill>
                  <a:schemeClr val="tx1"/>
                </a:solidFill>
                <a:latin typeface="Syne" panose="020B0604020202020204" charset="0"/>
              </a:rPr>
              <a:t> 2 unit</a:t>
            </a:r>
            <a:r>
              <a:rPr lang="en-US" dirty="0">
                <a:solidFill>
                  <a:schemeClr val="tx1"/>
                </a:solidFill>
                <a:latin typeface="Syne" panose="020B0604020202020204" charset="0"/>
              </a:rPr>
              <a:t> per </a:t>
            </a:r>
            <a:r>
              <a:rPr lang="en-US" dirty="0" err="1">
                <a:solidFill>
                  <a:schemeClr val="tx1"/>
                </a:solidFill>
                <a:latin typeface="Syne" panose="020B0604020202020204" charset="0"/>
              </a:rPr>
              <a:t>transaksi</a:t>
            </a:r>
            <a:r>
              <a:rPr lang="en-US" dirty="0">
                <a:solidFill>
                  <a:schemeClr val="tx1"/>
                </a:solidFill>
                <a:latin typeface="Syne" panose="020B0604020202020204" charset="0"/>
              </a:rPr>
              <a:t>. </a:t>
            </a:r>
            <a:r>
              <a:rPr lang="en-US" dirty="0" err="1">
                <a:solidFill>
                  <a:schemeClr val="tx1"/>
                </a:solidFill>
                <a:latin typeface="Syne" panose="020B0604020202020204" charset="0"/>
              </a:rPr>
              <a:t>Frekuensi</a:t>
            </a:r>
            <a:r>
              <a:rPr lang="en-US" dirty="0">
                <a:solidFill>
                  <a:schemeClr val="tx1"/>
                </a:solidFill>
                <a:latin typeface="Syne" panose="020B0604020202020204" charset="0"/>
              </a:rPr>
              <a:t> </a:t>
            </a:r>
            <a:r>
              <a:rPr lang="en-US" dirty="0" err="1">
                <a:solidFill>
                  <a:schemeClr val="tx1"/>
                </a:solidFill>
                <a:latin typeface="Syne" panose="020B0604020202020204" charset="0"/>
              </a:rPr>
              <a:t>pembelian</a:t>
            </a:r>
            <a:r>
              <a:rPr lang="en-US" dirty="0">
                <a:solidFill>
                  <a:schemeClr val="tx1"/>
                </a:solidFill>
                <a:latin typeface="Syne" panose="020B0604020202020204" charset="0"/>
              </a:rPr>
              <a:t> </a:t>
            </a:r>
            <a:r>
              <a:rPr lang="en-US" dirty="0" err="1">
                <a:solidFill>
                  <a:schemeClr val="tx1"/>
                </a:solidFill>
                <a:latin typeface="Syne" panose="020B0604020202020204" charset="0"/>
              </a:rPr>
              <a:t>menurun</a:t>
            </a:r>
            <a:r>
              <a:rPr lang="en-US" dirty="0">
                <a:solidFill>
                  <a:schemeClr val="tx1"/>
                </a:solidFill>
                <a:latin typeface="Syne" panose="020B0604020202020204" charset="0"/>
              </a:rPr>
              <a:t> </a:t>
            </a:r>
            <a:r>
              <a:rPr lang="en-US" dirty="0" err="1">
                <a:solidFill>
                  <a:schemeClr val="tx1"/>
                </a:solidFill>
                <a:latin typeface="Syne" panose="020B0604020202020204" charset="0"/>
              </a:rPr>
              <a:t>drastis</a:t>
            </a:r>
            <a:r>
              <a:rPr lang="en-US" dirty="0">
                <a:solidFill>
                  <a:schemeClr val="tx1"/>
                </a:solidFill>
                <a:latin typeface="Syne" panose="020B0604020202020204" charset="0"/>
              </a:rPr>
              <a:t> </a:t>
            </a:r>
            <a:r>
              <a:rPr lang="en-US" dirty="0" err="1">
                <a:solidFill>
                  <a:schemeClr val="tx1"/>
                </a:solidFill>
                <a:latin typeface="Syne" panose="020B0604020202020204" charset="0"/>
              </a:rPr>
              <a:t>seiring</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meningkatnya</a:t>
            </a:r>
            <a:r>
              <a:rPr lang="en-US" dirty="0">
                <a:solidFill>
                  <a:schemeClr val="tx1"/>
                </a:solidFill>
                <a:latin typeface="Syne" panose="020B0604020202020204" charset="0"/>
              </a:rPr>
              <a:t> </a:t>
            </a:r>
            <a:r>
              <a:rPr lang="en-US" dirty="0" err="1">
                <a:solidFill>
                  <a:schemeClr val="tx1"/>
                </a:solidFill>
                <a:latin typeface="Syne" panose="020B0604020202020204" charset="0"/>
              </a:rPr>
              <a:t>kuantitas</a:t>
            </a:r>
            <a:r>
              <a:rPr lang="en-US" dirty="0">
                <a:solidFill>
                  <a:schemeClr val="tx1"/>
                </a:solidFill>
                <a:latin typeface="Syne" panose="020B0604020202020204" charset="0"/>
              </a:rPr>
              <a:t>, </a:t>
            </a:r>
            <a:r>
              <a:rPr lang="en-US" dirty="0" err="1">
                <a:solidFill>
                  <a:schemeClr val="tx1"/>
                </a:solidFill>
                <a:latin typeface="Syne" panose="020B0604020202020204" charset="0"/>
              </a:rPr>
              <a:t>dengan</a:t>
            </a:r>
            <a:r>
              <a:rPr lang="en-US" dirty="0">
                <a:solidFill>
                  <a:schemeClr val="tx1"/>
                </a:solidFill>
                <a:latin typeface="Syne" panose="020B0604020202020204" charset="0"/>
              </a:rPr>
              <a:t> </a:t>
            </a:r>
            <a:r>
              <a:rPr lang="en-US" dirty="0" err="1">
                <a:solidFill>
                  <a:schemeClr val="tx1"/>
                </a:solidFill>
                <a:latin typeface="Syne" panose="020B0604020202020204" charset="0"/>
              </a:rPr>
              <a:t>pengecualian</a:t>
            </a:r>
            <a:r>
              <a:rPr lang="en-US" dirty="0">
                <a:solidFill>
                  <a:schemeClr val="tx1"/>
                </a:solidFill>
                <a:latin typeface="Syne" panose="020B0604020202020204" charset="0"/>
              </a:rPr>
              <a:t> pada </a:t>
            </a:r>
            <a:r>
              <a:rPr lang="en-US" dirty="0" err="1">
                <a:solidFill>
                  <a:schemeClr val="tx1"/>
                </a:solidFill>
                <a:latin typeface="Syne" panose="020B0604020202020204" charset="0"/>
              </a:rPr>
              <a:t>pembelian</a:t>
            </a:r>
            <a:r>
              <a:rPr lang="en-US" dirty="0">
                <a:solidFill>
                  <a:schemeClr val="tx1"/>
                </a:solidFill>
                <a:latin typeface="Syne" panose="020B0604020202020204" charset="0"/>
              </a:rPr>
              <a:t> </a:t>
            </a:r>
            <a:r>
              <a:rPr lang="en-US" b="1" dirty="0">
                <a:solidFill>
                  <a:schemeClr val="tx1"/>
                </a:solidFill>
                <a:latin typeface="Syne" panose="020B0604020202020204" charset="0"/>
              </a:rPr>
              <a:t>4</a:t>
            </a:r>
            <a:r>
              <a:rPr lang="en-US" dirty="0">
                <a:solidFill>
                  <a:schemeClr val="tx1"/>
                </a:solidFill>
                <a:latin typeface="Syne" panose="020B0604020202020204" charset="0"/>
              </a:rPr>
              <a:t> dan </a:t>
            </a:r>
            <a:r>
              <a:rPr lang="en-US" b="1" dirty="0">
                <a:solidFill>
                  <a:schemeClr val="tx1"/>
                </a:solidFill>
                <a:latin typeface="Syne" panose="020B0604020202020204" charset="0"/>
              </a:rPr>
              <a:t>6 unit</a:t>
            </a:r>
            <a:r>
              <a:rPr lang="en-US" dirty="0">
                <a:solidFill>
                  <a:schemeClr val="tx1"/>
                </a:solidFill>
                <a:latin typeface="Syne" panose="020B0604020202020204" charset="0"/>
              </a:rPr>
              <a:t> yang </a:t>
            </a:r>
            <a:r>
              <a:rPr lang="en-US" dirty="0" err="1">
                <a:solidFill>
                  <a:schemeClr val="tx1"/>
                </a:solidFill>
                <a:latin typeface="Syne" panose="020B0604020202020204" charset="0"/>
              </a:rPr>
              <a:t>memiliki</a:t>
            </a:r>
            <a:r>
              <a:rPr lang="en-US" dirty="0">
                <a:solidFill>
                  <a:schemeClr val="tx1"/>
                </a:solidFill>
                <a:latin typeface="Syne" panose="020B0604020202020204" charset="0"/>
              </a:rPr>
              <a:t> </a:t>
            </a:r>
            <a:r>
              <a:rPr lang="en-US" dirty="0" err="1">
                <a:solidFill>
                  <a:schemeClr val="tx1"/>
                </a:solidFill>
                <a:latin typeface="Syne" panose="020B0604020202020204" charset="0"/>
              </a:rPr>
              <a:t>frekuensi</a:t>
            </a:r>
            <a:r>
              <a:rPr lang="en-US" dirty="0">
                <a:solidFill>
                  <a:schemeClr val="tx1"/>
                </a:solidFill>
                <a:latin typeface="Syne" panose="020B0604020202020204" charset="0"/>
              </a:rPr>
              <a:t> yang </a:t>
            </a:r>
            <a:r>
              <a:rPr lang="en-US" dirty="0" err="1">
                <a:solidFill>
                  <a:schemeClr val="tx1"/>
                </a:solidFill>
                <a:latin typeface="Syne" panose="020B0604020202020204" charset="0"/>
              </a:rPr>
              <a:t>cukup</a:t>
            </a:r>
            <a:r>
              <a:rPr lang="en-US" dirty="0">
                <a:solidFill>
                  <a:schemeClr val="tx1"/>
                </a:solidFill>
                <a:latin typeface="Syne" panose="020B0604020202020204" charset="0"/>
              </a:rPr>
              <a:t> </a:t>
            </a:r>
            <a:r>
              <a:rPr lang="en-US" dirty="0" err="1">
                <a:solidFill>
                  <a:schemeClr val="tx1"/>
                </a:solidFill>
                <a:latin typeface="Syne" panose="020B0604020202020204" charset="0"/>
              </a:rPr>
              <a:t>tingg</a:t>
            </a:r>
            <a:endParaRPr lang="en-US" dirty="0">
              <a:solidFill>
                <a:schemeClr val="tx1"/>
              </a:solidFill>
              <a:latin typeface="Syne" panose="020B0604020202020204" charset="0"/>
            </a:endParaRPr>
          </a:p>
        </p:txBody>
      </p:sp>
      <p:pic>
        <p:nvPicPr>
          <p:cNvPr id="4" name="Picture 3">
            <a:extLst>
              <a:ext uri="{FF2B5EF4-FFF2-40B4-BE49-F238E27FC236}">
                <a16:creationId xmlns:a16="http://schemas.microsoft.com/office/drawing/2014/main" id="{649C8BE1-0282-9B35-2DEA-5367A2EEF056}"/>
              </a:ext>
            </a:extLst>
          </p:cNvPr>
          <p:cNvPicPr>
            <a:picLocks noChangeAspect="1"/>
          </p:cNvPicPr>
          <p:nvPr/>
        </p:nvPicPr>
        <p:blipFill>
          <a:blip r:embed="rId2"/>
          <a:stretch>
            <a:fillRect/>
          </a:stretch>
        </p:blipFill>
        <p:spPr>
          <a:xfrm>
            <a:off x="1992406" y="1211462"/>
            <a:ext cx="5159187" cy="2720576"/>
          </a:xfrm>
          <a:prstGeom prst="rect">
            <a:avLst/>
          </a:prstGeom>
        </p:spPr>
      </p:pic>
      <p:grpSp>
        <p:nvGrpSpPr>
          <p:cNvPr id="2" name="Google Shape;143;p26">
            <a:extLst>
              <a:ext uri="{FF2B5EF4-FFF2-40B4-BE49-F238E27FC236}">
                <a16:creationId xmlns:a16="http://schemas.microsoft.com/office/drawing/2014/main" id="{C2AE311C-1520-FC3B-0B36-82B9A8CA082D}"/>
              </a:ext>
            </a:extLst>
          </p:cNvPr>
          <p:cNvGrpSpPr/>
          <p:nvPr/>
        </p:nvGrpSpPr>
        <p:grpSpPr>
          <a:xfrm rot="5400000">
            <a:off x="8619052" y="80943"/>
            <a:ext cx="425676" cy="382727"/>
            <a:chOff x="8552100" y="4551675"/>
            <a:chExt cx="385800" cy="385800"/>
          </a:xfrm>
        </p:grpSpPr>
        <p:sp>
          <p:nvSpPr>
            <p:cNvPr id="3" name="Google Shape;144;p26">
              <a:extLst>
                <a:ext uri="{FF2B5EF4-FFF2-40B4-BE49-F238E27FC236}">
                  <a16:creationId xmlns:a16="http://schemas.microsoft.com/office/drawing/2014/main" id="{BA3D8794-3F48-1F7E-C186-6C82681F0492}"/>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5" name="Google Shape;145;p26">
              <a:extLst>
                <a:ext uri="{FF2B5EF4-FFF2-40B4-BE49-F238E27FC236}">
                  <a16:creationId xmlns:a16="http://schemas.microsoft.com/office/drawing/2014/main" id="{D04F0CEF-23C3-2784-A891-7577AF57D1BB}"/>
                </a:ext>
              </a:extLst>
            </p:cNvPr>
            <p:cNvGrpSpPr/>
            <p:nvPr/>
          </p:nvGrpSpPr>
          <p:grpSpPr>
            <a:xfrm rot="10800000" flipH="1">
              <a:off x="8632571" y="4632486"/>
              <a:ext cx="224463" cy="224463"/>
              <a:chOff x="3574522" y="1012747"/>
              <a:chExt cx="395321" cy="395321"/>
            </a:xfrm>
          </p:grpSpPr>
          <p:sp>
            <p:nvSpPr>
              <p:cNvPr id="6" name="Google Shape;146;p26">
                <a:extLst>
                  <a:ext uri="{FF2B5EF4-FFF2-40B4-BE49-F238E27FC236}">
                    <a16:creationId xmlns:a16="http://schemas.microsoft.com/office/drawing/2014/main" id="{348EE6A1-4A33-7997-7F04-842544B9627A}"/>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 name="Google Shape;147;p26">
                <a:extLst>
                  <a:ext uri="{FF2B5EF4-FFF2-40B4-BE49-F238E27FC236}">
                    <a16:creationId xmlns:a16="http://schemas.microsoft.com/office/drawing/2014/main" id="{DC4B61C9-8D97-A16D-EA38-435907D68AD1}"/>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10" name="Google Shape;180;p29">
            <a:extLst>
              <a:ext uri="{FF2B5EF4-FFF2-40B4-BE49-F238E27FC236}">
                <a16:creationId xmlns:a16="http://schemas.microsoft.com/office/drawing/2014/main" id="{93168D02-84E7-DC11-1697-111ECF70FA6C}"/>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1258924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3C8ED-F6B1-2834-3344-D321CB06BD2B}"/>
            </a:ext>
          </a:extLst>
        </p:cNvPr>
        <p:cNvGrpSpPr/>
        <p:nvPr/>
      </p:nvGrpSpPr>
      <p:grpSpPr>
        <a:xfrm>
          <a:off x="0" y="0"/>
          <a:ext cx="0" cy="0"/>
          <a:chOff x="0" y="0"/>
          <a:chExt cx="0" cy="0"/>
        </a:xfrm>
      </p:grpSpPr>
      <p:sp>
        <p:nvSpPr>
          <p:cNvPr id="7" name="Google Shape;202;p31">
            <a:extLst>
              <a:ext uri="{FF2B5EF4-FFF2-40B4-BE49-F238E27FC236}">
                <a16:creationId xmlns:a16="http://schemas.microsoft.com/office/drawing/2014/main" id="{25690E88-22AE-BD8C-76B2-BB68F5CC9044}"/>
              </a:ext>
            </a:extLst>
          </p:cNvPr>
          <p:cNvSpPr txBox="1">
            <a:spLocks noGrp="1"/>
          </p:cNvSpPr>
          <p:nvPr>
            <p:ph type="title"/>
          </p:nvPr>
        </p:nvSpPr>
        <p:spPr>
          <a:xfrm>
            <a:off x="756412" y="675231"/>
            <a:ext cx="7280306" cy="5522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Segmentasi</a:t>
            </a:r>
            <a:r>
              <a:rPr lang="en-US" dirty="0"/>
              <a:t> </a:t>
            </a:r>
            <a:r>
              <a:rPr lang="en-US" dirty="0" err="1"/>
              <a:t>Pelanggan</a:t>
            </a:r>
            <a:r>
              <a:rPr lang="en-US" dirty="0"/>
              <a:t> (RFM)</a:t>
            </a:r>
            <a:endParaRPr dirty="0"/>
          </a:p>
        </p:txBody>
      </p:sp>
      <p:sp>
        <p:nvSpPr>
          <p:cNvPr id="11" name="TextBox 10">
            <a:extLst>
              <a:ext uri="{FF2B5EF4-FFF2-40B4-BE49-F238E27FC236}">
                <a16:creationId xmlns:a16="http://schemas.microsoft.com/office/drawing/2014/main" id="{DE0044F0-68A0-12A4-4368-8CB76EB6D50D}"/>
              </a:ext>
            </a:extLst>
          </p:cNvPr>
          <p:cNvSpPr txBox="1"/>
          <p:nvPr/>
        </p:nvSpPr>
        <p:spPr>
          <a:xfrm>
            <a:off x="600928" y="3883493"/>
            <a:ext cx="7719862" cy="954107"/>
          </a:xfrm>
          <a:prstGeom prst="rect">
            <a:avLst/>
          </a:prstGeom>
          <a:noFill/>
        </p:spPr>
        <p:txBody>
          <a:bodyPr wrap="square" rtlCol="0">
            <a:spAutoFit/>
          </a:bodyPr>
          <a:lstStyle/>
          <a:p>
            <a:r>
              <a:rPr lang="en-US" dirty="0" err="1"/>
              <a:t>Grafik</a:t>
            </a:r>
            <a:r>
              <a:rPr lang="en-US" dirty="0"/>
              <a:t> </a:t>
            </a:r>
            <a:r>
              <a:rPr lang="en-US" dirty="0" err="1"/>
              <a:t>ini</a:t>
            </a:r>
            <a:r>
              <a:rPr lang="en-US" dirty="0"/>
              <a:t> </a:t>
            </a:r>
            <a:r>
              <a:rPr lang="en-US" dirty="0" err="1"/>
              <a:t>membagi</a:t>
            </a:r>
            <a:r>
              <a:rPr lang="en-US" dirty="0"/>
              <a:t> </a:t>
            </a:r>
            <a:r>
              <a:rPr lang="en-US" dirty="0" err="1"/>
              <a:t>pelanggan</a:t>
            </a:r>
            <a:r>
              <a:rPr lang="en-US" dirty="0"/>
              <a:t> </a:t>
            </a:r>
            <a:r>
              <a:rPr lang="en-US" dirty="0" err="1"/>
              <a:t>ke</a:t>
            </a:r>
            <a:r>
              <a:rPr lang="en-US" dirty="0"/>
              <a:t> </a:t>
            </a:r>
            <a:r>
              <a:rPr lang="en-US" dirty="0" err="1"/>
              <a:t>dalam</a:t>
            </a:r>
            <a:r>
              <a:rPr lang="en-US" dirty="0"/>
              <a:t> </a:t>
            </a:r>
            <a:r>
              <a:rPr lang="en-US" dirty="0" err="1"/>
              <a:t>beberapa</a:t>
            </a:r>
            <a:r>
              <a:rPr lang="en-US" dirty="0"/>
              <a:t> </a:t>
            </a:r>
            <a:r>
              <a:rPr lang="en-US" dirty="0" err="1"/>
              <a:t>segmen</a:t>
            </a:r>
            <a:r>
              <a:rPr lang="en-US" dirty="0"/>
              <a:t> </a:t>
            </a:r>
            <a:r>
              <a:rPr lang="en-US" dirty="0" err="1"/>
              <a:t>berdasarkan</a:t>
            </a:r>
            <a:r>
              <a:rPr lang="en-US" dirty="0"/>
              <a:t> model RFM (Recency, Frequency, Monetary). </a:t>
            </a:r>
            <a:r>
              <a:rPr lang="en-US" dirty="0" err="1"/>
              <a:t>Segmen</a:t>
            </a:r>
            <a:r>
              <a:rPr lang="en-US" dirty="0"/>
              <a:t> </a:t>
            </a:r>
            <a:r>
              <a:rPr lang="en-US" dirty="0" err="1"/>
              <a:t>terbesar</a:t>
            </a:r>
            <a:r>
              <a:rPr lang="en-US" dirty="0"/>
              <a:t> </a:t>
            </a:r>
            <a:r>
              <a:rPr lang="en-US" dirty="0" err="1"/>
              <a:t>setelah</a:t>
            </a:r>
            <a:r>
              <a:rPr lang="en-US" dirty="0"/>
              <a:t> </a:t>
            </a:r>
            <a:r>
              <a:rPr lang="en-US" b="1" dirty="0"/>
              <a:t>“Other” </a:t>
            </a:r>
            <a:r>
              <a:rPr lang="en-US" dirty="0" err="1"/>
              <a:t>berikutnya</a:t>
            </a:r>
            <a:r>
              <a:rPr lang="en-US" dirty="0"/>
              <a:t> </a:t>
            </a:r>
            <a:r>
              <a:rPr lang="en-US" dirty="0" err="1"/>
              <a:t>adalah</a:t>
            </a:r>
            <a:r>
              <a:rPr lang="en-US" dirty="0"/>
              <a:t> </a:t>
            </a:r>
            <a:r>
              <a:rPr lang="en-US" b="1" dirty="0"/>
              <a:t>"Lost Customers"</a:t>
            </a:r>
            <a:r>
              <a:rPr lang="en-US" dirty="0"/>
              <a:t> (666) dan </a:t>
            </a:r>
            <a:r>
              <a:rPr lang="en-US" b="1" dirty="0"/>
              <a:t>"Champions"</a:t>
            </a:r>
            <a:r>
              <a:rPr lang="en-US" dirty="0"/>
              <a:t> (655), yang </a:t>
            </a:r>
            <a:r>
              <a:rPr lang="en-US" dirty="0" err="1"/>
              <a:t>menunjukkan</a:t>
            </a:r>
            <a:r>
              <a:rPr lang="en-US" dirty="0"/>
              <a:t> </a:t>
            </a:r>
            <a:r>
              <a:rPr lang="en-US" dirty="0" err="1"/>
              <a:t>adanya</a:t>
            </a:r>
            <a:r>
              <a:rPr lang="en-US" dirty="0"/>
              <a:t> </a:t>
            </a:r>
            <a:r>
              <a:rPr lang="en-US" dirty="0" err="1"/>
              <a:t>pelanggan</a:t>
            </a:r>
            <a:r>
              <a:rPr lang="en-US" dirty="0"/>
              <a:t> </a:t>
            </a:r>
            <a:r>
              <a:rPr lang="en-US" dirty="0" err="1"/>
              <a:t>setia</a:t>
            </a:r>
            <a:r>
              <a:rPr lang="en-US" dirty="0"/>
              <a:t> dan </a:t>
            </a:r>
            <a:r>
              <a:rPr lang="en-US" dirty="0" err="1"/>
              <a:t>pelanggan</a:t>
            </a:r>
            <a:r>
              <a:rPr lang="en-US" dirty="0"/>
              <a:t> yang </a:t>
            </a:r>
            <a:r>
              <a:rPr lang="en-US" dirty="0" err="1"/>
              <a:t>berisiko</a:t>
            </a:r>
            <a:r>
              <a:rPr lang="en-US" dirty="0"/>
              <a:t> </a:t>
            </a:r>
            <a:r>
              <a:rPr lang="en-US" dirty="0" err="1"/>
              <a:t>hilang</a:t>
            </a:r>
            <a:r>
              <a:rPr lang="en-US" dirty="0"/>
              <a:t> </a:t>
            </a:r>
            <a:r>
              <a:rPr lang="en-US" dirty="0" err="1"/>
              <a:t>dalam</a:t>
            </a:r>
            <a:r>
              <a:rPr lang="en-US" dirty="0"/>
              <a:t> </a:t>
            </a:r>
            <a:r>
              <a:rPr lang="en-US" dirty="0" err="1"/>
              <a:t>jumlah</a:t>
            </a:r>
            <a:r>
              <a:rPr lang="en-US" dirty="0"/>
              <a:t> yang </a:t>
            </a:r>
            <a:r>
              <a:rPr lang="en-US" dirty="0" err="1"/>
              <a:t>signifikan</a:t>
            </a:r>
            <a:r>
              <a:rPr lang="en-US" dirty="0"/>
              <a:t>.</a:t>
            </a:r>
            <a:endParaRPr lang="en-US" dirty="0">
              <a:solidFill>
                <a:schemeClr val="tx1"/>
              </a:solidFill>
              <a:latin typeface="Syne" panose="020B0604020202020204" charset="0"/>
            </a:endParaRPr>
          </a:p>
        </p:txBody>
      </p:sp>
      <p:pic>
        <p:nvPicPr>
          <p:cNvPr id="1026" name="Picture 2">
            <a:extLst>
              <a:ext uri="{FF2B5EF4-FFF2-40B4-BE49-F238E27FC236}">
                <a16:creationId xmlns:a16="http://schemas.microsoft.com/office/drawing/2014/main" id="{C7AE01F8-229F-64E6-983A-F09E5DBBE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163" y="1519238"/>
            <a:ext cx="4257675" cy="210502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oogle Shape;143;p26">
            <a:extLst>
              <a:ext uri="{FF2B5EF4-FFF2-40B4-BE49-F238E27FC236}">
                <a16:creationId xmlns:a16="http://schemas.microsoft.com/office/drawing/2014/main" id="{19A4FE1B-9912-5B81-8F68-D08DC513A38C}"/>
              </a:ext>
            </a:extLst>
          </p:cNvPr>
          <p:cNvGrpSpPr/>
          <p:nvPr/>
        </p:nvGrpSpPr>
        <p:grpSpPr>
          <a:xfrm rot="5400000">
            <a:off x="8619052" y="80943"/>
            <a:ext cx="425676" cy="382727"/>
            <a:chOff x="8552100" y="4551675"/>
            <a:chExt cx="385800" cy="385800"/>
          </a:xfrm>
        </p:grpSpPr>
        <p:sp>
          <p:nvSpPr>
            <p:cNvPr id="3" name="Google Shape;144;p26">
              <a:extLst>
                <a:ext uri="{FF2B5EF4-FFF2-40B4-BE49-F238E27FC236}">
                  <a16:creationId xmlns:a16="http://schemas.microsoft.com/office/drawing/2014/main" id="{DC86DE7D-2085-C540-2DEB-572225EBA225}"/>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4" name="Google Shape;145;p26">
              <a:extLst>
                <a:ext uri="{FF2B5EF4-FFF2-40B4-BE49-F238E27FC236}">
                  <a16:creationId xmlns:a16="http://schemas.microsoft.com/office/drawing/2014/main" id="{41A4FA38-87C1-67C9-16A9-933C6FE23B50}"/>
                </a:ext>
              </a:extLst>
            </p:cNvPr>
            <p:cNvGrpSpPr/>
            <p:nvPr/>
          </p:nvGrpSpPr>
          <p:grpSpPr>
            <a:xfrm rot="10800000" flipH="1">
              <a:off x="8632571" y="4632486"/>
              <a:ext cx="224463" cy="224463"/>
              <a:chOff x="3574522" y="1012747"/>
              <a:chExt cx="395321" cy="395321"/>
            </a:xfrm>
          </p:grpSpPr>
          <p:sp>
            <p:nvSpPr>
              <p:cNvPr id="5" name="Google Shape;146;p26">
                <a:extLst>
                  <a:ext uri="{FF2B5EF4-FFF2-40B4-BE49-F238E27FC236}">
                    <a16:creationId xmlns:a16="http://schemas.microsoft.com/office/drawing/2014/main" id="{060661DA-E8A3-9E78-9717-EC3879D0D1FE}"/>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 name="Google Shape;147;p26">
                <a:extLst>
                  <a:ext uri="{FF2B5EF4-FFF2-40B4-BE49-F238E27FC236}">
                    <a16:creationId xmlns:a16="http://schemas.microsoft.com/office/drawing/2014/main" id="{853D1638-7583-E81C-67C8-DABA871B948C}"/>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9" name="Google Shape;180;p29">
            <a:extLst>
              <a:ext uri="{FF2B5EF4-FFF2-40B4-BE49-F238E27FC236}">
                <a16:creationId xmlns:a16="http://schemas.microsoft.com/office/drawing/2014/main" id="{697C83F4-17F5-DB58-6083-44DAB97F4927}"/>
              </a:ext>
            </a:extLst>
          </p:cNvPr>
          <p:cNvSpPr txBox="1">
            <a:spLocks/>
          </p:cNvSpPr>
          <p:nvPr/>
        </p:nvSpPr>
        <p:spPr>
          <a:xfrm>
            <a:off x="7281282" y="18485"/>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Eksploratif</a:t>
            </a:r>
            <a:r>
              <a:rPr lang="en-US" sz="1200" dirty="0"/>
              <a:t> Data Analis</a:t>
            </a:r>
          </a:p>
        </p:txBody>
      </p:sp>
    </p:spTree>
    <p:extLst>
      <p:ext uri="{BB962C8B-B14F-4D97-AF65-F5344CB8AC3E}">
        <p14:creationId xmlns:p14="http://schemas.microsoft.com/office/powerpoint/2010/main" val="750994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subTitle" idx="5"/>
          </p:nvPr>
        </p:nvSpPr>
        <p:spPr>
          <a:xfrm>
            <a:off x="4959724" y="1873650"/>
            <a:ext cx="3471625" cy="7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Jadikan produk regency cakestand 3 tier sebagai Core Product karena stabil dan konsisten. </a:t>
            </a:r>
            <a:r>
              <a:rPr lang="en-US" dirty="0"/>
              <a:t>L</a:t>
            </a:r>
            <a:r>
              <a:rPr lang="en" dirty="0"/>
              <a:t>akukan analisis lanjutan penyebab lonjakan terkait  produk Paper Craft Litter birdie</a:t>
            </a:r>
            <a:endParaRPr dirty="0"/>
          </a:p>
        </p:txBody>
      </p:sp>
      <p:sp>
        <p:nvSpPr>
          <p:cNvPr id="275" name="Google Shape;275;p36"/>
          <p:cNvSpPr txBox="1">
            <a:spLocks noGrp="1"/>
          </p:cNvSpPr>
          <p:nvPr>
            <p:ph type="subTitle" idx="3"/>
          </p:nvPr>
        </p:nvSpPr>
        <p:spPr>
          <a:xfrm>
            <a:off x="1244547" y="3507915"/>
            <a:ext cx="3017100" cy="7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Tetap </a:t>
            </a:r>
            <a:r>
              <a:rPr lang="en-US" dirty="0" err="1"/>
              <a:t>memprioritaskan</a:t>
            </a:r>
            <a:r>
              <a:rPr lang="en-US" dirty="0"/>
              <a:t> pasar UK </a:t>
            </a:r>
            <a:r>
              <a:rPr lang="en-US" dirty="0" err="1"/>
              <a:t>sebagai</a:t>
            </a:r>
            <a:r>
              <a:rPr lang="en-US" dirty="0"/>
              <a:t> </a:t>
            </a:r>
            <a:r>
              <a:rPr lang="en-US" dirty="0" err="1"/>
              <a:t>pendapatan</a:t>
            </a:r>
            <a:r>
              <a:rPr lang="en-US" dirty="0"/>
              <a:t> </a:t>
            </a:r>
            <a:r>
              <a:rPr lang="en-US" dirty="0" err="1"/>
              <a:t>utama</a:t>
            </a:r>
            <a:r>
              <a:rPr lang="en-US" dirty="0"/>
              <a:t> </a:t>
            </a:r>
            <a:r>
              <a:rPr lang="en-US" dirty="0" err="1"/>
              <a:t>dengan</a:t>
            </a:r>
            <a:r>
              <a:rPr lang="en-US" dirty="0"/>
              <a:t> </a:t>
            </a:r>
            <a:r>
              <a:rPr lang="en-US" dirty="0" err="1"/>
              <a:t>optimalisasi</a:t>
            </a:r>
            <a:r>
              <a:rPr lang="en-US" dirty="0"/>
              <a:t> </a:t>
            </a:r>
            <a:r>
              <a:rPr lang="en-US" dirty="0" err="1"/>
              <a:t>logistik</a:t>
            </a:r>
            <a:r>
              <a:rPr lang="en-US" dirty="0"/>
              <a:t>, promo, </a:t>
            </a:r>
            <a:r>
              <a:rPr lang="en-US" dirty="0" err="1"/>
              <a:t>dll</a:t>
            </a:r>
            <a:r>
              <a:rPr lang="en-US" dirty="0"/>
              <a:t>. </a:t>
            </a:r>
            <a:r>
              <a:rPr lang="en-US" dirty="0" err="1"/>
              <a:t>Kemudian</a:t>
            </a:r>
            <a:r>
              <a:rPr lang="en-US" dirty="0"/>
              <a:t> Perusahaan </a:t>
            </a:r>
            <a:r>
              <a:rPr lang="en-US" dirty="0" err="1"/>
              <a:t>dapat</a:t>
            </a:r>
            <a:r>
              <a:rPr lang="en-US" dirty="0"/>
              <a:t> </a:t>
            </a:r>
            <a:r>
              <a:rPr lang="en-US" dirty="0" err="1"/>
              <a:t>mulai</a:t>
            </a:r>
            <a:r>
              <a:rPr lang="en-US" dirty="0"/>
              <a:t> </a:t>
            </a:r>
            <a:r>
              <a:rPr lang="en-US" dirty="0" err="1"/>
              <a:t>memperluas</a:t>
            </a:r>
            <a:r>
              <a:rPr lang="en-US" dirty="0"/>
              <a:t> </a:t>
            </a:r>
            <a:r>
              <a:rPr lang="en-US" dirty="0" err="1"/>
              <a:t>dengan</a:t>
            </a:r>
            <a:r>
              <a:rPr lang="en-US" dirty="0"/>
              <a:t> target negara yang </a:t>
            </a:r>
            <a:r>
              <a:rPr lang="en-US" dirty="0" err="1"/>
              <a:t>berpotensi</a:t>
            </a:r>
            <a:r>
              <a:rPr lang="en-US" dirty="0"/>
              <a:t> </a:t>
            </a:r>
            <a:r>
              <a:rPr lang="en-US" dirty="0" err="1"/>
              <a:t>tinggi</a:t>
            </a:r>
            <a:endParaRPr dirty="0"/>
          </a:p>
        </p:txBody>
      </p:sp>
      <p:sp>
        <p:nvSpPr>
          <p:cNvPr id="277" name="Google Shape;277;p36"/>
          <p:cNvSpPr txBox="1">
            <a:spLocks noGrp="1"/>
          </p:cNvSpPr>
          <p:nvPr>
            <p:ph type="title"/>
          </p:nvPr>
        </p:nvSpPr>
        <p:spPr>
          <a:xfrm>
            <a:off x="713550" y="535150"/>
            <a:ext cx="7717800" cy="586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Rekomendasi Bisnis</a:t>
            </a:r>
            <a:endParaRPr dirty="0"/>
          </a:p>
        </p:txBody>
      </p:sp>
      <p:sp>
        <p:nvSpPr>
          <p:cNvPr id="278" name="Google Shape;278;p36"/>
          <p:cNvSpPr txBox="1">
            <a:spLocks noGrp="1"/>
          </p:cNvSpPr>
          <p:nvPr>
            <p:ph type="subTitle" idx="1"/>
          </p:nvPr>
        </p:nvSpPr>
        <p:spPr>
          <a:xfrm>
            <a:off x="1295625" y="1873650"/>
            <a:ext cx="3017100" cy="7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Fokuskan</a:t>
            </a:r>
            <a:r>
              <a:rPr lang="en-US" dirty="0"/>
              <a:t> </a:t>
            </a:r>
            <a:r>
              <a:rPr lang="en-US" dirty="0" err="1"/>
              <a:t>peningkatan</a:t>
            </a:r>
            <a:r>
              <a:rPr lang="en-US" dirty="0"/>
              <a:t> budget marketing pada </a:t>
            </a:r>
            <a:r>
              <a:rPr lang="en-US" dirty="0" err="1"/>
              <a:t>periode</a:t>
            </a:r>
            <a:r>
              <a:rPr lang="en-US" dirty="0"/>
              <a:t> </a:t>
            </a:r>
            <a:r>
              <a:rPr lang="en-US" dirty="0" err="1"/>
              <a:t>puncak</a:t>
            </a:r>
            <a:r>
              <a:rPr lang="en-US" dirty="0"/>
              <a:t> (</a:t>
            </a:r>
            <a:r>
              <a:rPr lang="en-US" dirty="0" err="1"/>
              <a:t>september</a:t>
            </a:r>
            <a:r>
              <a:rPr lang="en-US" dirty="0"/>
              <a:t> - </a:t>
            </a:r>
            <a:r>
              <a:rPr lang="en-US" dirty="0" err="1"/>
              <a:t>november</a:t>
            </a:r>
            <a:r>
              <a:rPr lang="en-US" dirty="0"/>
              <a:t>) </a:t>
            </a:r>
            <a:r>
              <a:rPr lang="en-US" dirty="0" err="1"/>
              <a:t>tanpa</a:t>
            </a:r>
            <a:r>
              <a:rPr lang="en-US" dirty="0"/>
              <a:t> </a:t>
            </a:r>
            <a:r>
              <a:rPr lang="en-US" dirty="0" err="1"/>
              <a:t>mengurangi</a:t>
            </a:r>
            <a:r>
              <a:rPr lang="en-US" dirty="0"/>
              <a:t> marketing di </a:t>
            </a:r>
            <a:r>
              <a:rPr lang="en-US" dirty="0" err="1"/>
              <a:t>bulan-bulan</a:t>
            </a:r>
            <a:r>
              <a:rPr lang="en-US" dirty="0"/>
              <a:t> </a:t>
            </a:r>
            <a:r>
              <a:rPr lang="en-US" dirty="0" err="1"/>
              <a:t>lainnya</a:t>
            </a:r>
            <a:endParaRPr dirty="0"/>
          </a:p>
        </p:txBody>
      </p:sp>
      <p:grpSp>
        <p:nvGrpSpPr>
          <p:cNvPr id="280" name="Google Shape;280;p36"/>
          <p:cNvGrpSpPr/>
          <p:nvPr/>
        </p:nvGrpSpPr>
        <p:grpSpPr>
          <a:xfrm>
            <a:off x="4486836" y="1890740"/>
            <a:ext cx="426616" cy="426616"/>
            <a:chOff x="3425911" y="3436702"/>
            <a:chExt cx="426616" cy="426616"/>
          </a:xfrm>
        </p:grpSpPr>
        <p:sp>
          <p:nvSpPr>
            <p:cNvPr id="281" name="Google Shape;281;p36"/>
            <p:cNvSpPr/>
            <p:nvPr/>
          </p:nvSpPr>
          <p:spPr>
            <a:xfrm>
              <a:off x="3425911" y="3436702"/>
              <a:ext cx="426616" cy="426616"/>
            </a:xfrm>
            <a:custGeom>
              <a:avLst/>
              <a:gdLst/>
              <a:ahLst/>
              <a:cxnLst/>
              <a:rect l="l" t="t" r="r" b="b"/>
              <a:pathLst>
                <a:path w="866226" h="866225" extrusionOk="0">
                  <a:moveTo>
                    <a:pt x="662311" y="458561"/>
                  </a:moveTo>
                  <a:lnTo>
                    <a:pt x="662311" y="305707"/>
                  </a:lnTo>
                  <a:lnTo>
                    <a:pt x="713290" y="305707"/>
                  </a:lnTo>
                  <a:lnTo>
                    <a:pt x="713290" y="101875"/>
                  </a:lnTo>
                  <a:lnTo>
                    <a:pt x="560436" y="101875"/>
                  </a:lnTo>
                  <a:lnTo>
                    <a:pt x="560436" y="0"/>
                  </a:lnTo>
                  <a:lnTo>
                    <a:pt x="152854" y="0"/>
                  </a:lnTo>
                  <a:lnTo>
                    <a:pt x="152854" y="101875"/>
                  </a:lnTo>
                  <a:lnTo>
                    <a:pt x="0" y="101875"/>
                  </a:lnTo>
                  <a:lnTo>
                    <a:pt x="0" y="305707"/>
                  </a:lnTo>
                  <a:lnTo>
                    <a:pt x="50979" y="305707"/>
                  </a:lnTo>
                  <a:lnTo>
                    <a:pt x="50979" y="611415"/>
                  </a:lnTo>
                  <a:lnTo>
                    <a:pt x="464995" y="611415"/>
                  </a:lnTo>
                  <a:cubicBezTo>
                    <a:pt x="460788" y="627665"/>
                    <a:pt x="458561" y="644740"/>
                    <a:pt x="458561" y="662393"/>
                  </a:cubicBezTo>
                  <a:cubicBezTo>
                    <a:pt x="458561" y="774745"/>
                    <a:pt x="549960" y="866226"/>
                    <a:pt x="662393" y="866226"/>
                  </a:cubicBezTo>
                  <a:cubicBezTo>
                    <a:pt x="774827" y="866226"/>
                    <a:pt x="866226" y="774827"/>
                    <a:pt x="866226" y="662393"/>
                  </a:cubicBezTo>
                  <a:cubicBezTo>
                    <a:pt x="866226" y="549960"/>
                    <a:pt x="774827" y="458561"/>
                    <a:pt x="662393" y="458561"/>
                  </a:cubicBezTo>
                  <a:lnTo>
                    <a:pt x="662393" y="458561"/>
                  </a:lnTo>
                  <a:close/>
                  <a:moveTo>
                    <a:pt x="813020" y="636904"/>
                  </a:moveTo>
                  <a:lnTo>
                    <a:pt x="687800" y="636904"/>
                  </a:lnTo>
                  <a:lnTo>
                    <a:pt x="687800" y="511685"/>
                  </a:lnTo>
                  <a:cubicBezTo>
                    <a:pt x="751730" y="522491"/>
                    <a:pt x="802296" y="573057"/>
                    <a:pt x="813020" y="636904"/>
                  </a:cubicBezTo>
                  <a:lnTo>
                    <a:pt x="813020" y="636904"/>
                  </a:lnTo>
                  <a:close/>
                  <a:moveTo>
                    <a:pt x="203832" y="50979"/>
                  </a:moveTo>
                  <a:lnTo>
                    <a:pt x="509540" y="50979"/>
                  </a:lnTo>
                  <a:lnTo>
                    <a:pt x="509540" y="101957"/>
                  </a:lnTo>
                  <a:lnTo>
                    <a:pt x="203832" y="101957"/>
                  </a:lnTo>
                  <a:lnTo>
                    <a:pt x="203832" y="50979"/>
                  </a:lnTo>
                  <a:close/>
                  <a:moveTo>
                    <a:pt x="50979" y="152854"/>
                  </a:moveTo>
                  <a:lnTo>
                    <a:pt x="662393" y="152854"/>
                  </a:lnTo>
                  <a:lnTo>
                    <a:pt x="662393" y="254729"/>
                  </a:lnTo>
                  <a:lnTo>
                    <a:pt x="560519" y="254729"/>
                  </a:lnTo>
                  <a:lnTo>
                    <a:pt x="560519" y="203750"/>
                  </a:lnTo>
                  <a:lnTo>
                    <a:pt x="407665" y="203750"/>
                  </a:lnTo>
                  <a:lnTo>
                    <a:pt x="407665" y="254729"/>
                  </a:lnTo>
                  <a:lnTo>
                    <a:pt x="305790" y="254729"/>
                  </a:lnTo>
                  <a:lnTo>
                    <a:pt x="305790" y="203750"/>
                  </a:lnTo>
                  <a:lnTo>
                    <a:pt x="152936" y="203750"/>
                  </a:lnTo>
                  <a:lnTo>
                    <a:pt x="152936" y="254729"/>
                  </a:lnTo>
                  <a:lnTo>
                    <a:pt x="51061" y="254729"/>
                  </a:lnTo>
                  <a:lnTo>
                    <a:pt x="51061" y="152854"/>
                  </a:lnTo>
                  <a:close/>
                  <a:moveTo>
                    <a:pt x="509457" y="254729"/>
                  </a:moveTo>
                  <a:lnTo>
                    <a:pt x="509457" y="305707"/>
                  </a:lnTo>
                  <a:lnTo>
                    <a:pt x="458479" y="305707"/>
                  </a:lnTo>
                  <a:lnTo>
                    <a:pt x="458479" y="254729"/>
                  </a:lnTo>
                  <a:lnTo>
                    <a:pt x="509457" y="254729"/>
                  </a:lnTo>
                  <a:close/>
                  <a:moveTo>
                    <a:pt x="254729" y="254729"/>
                  </a:moveTo>
                  <a:lnTo>
                    <a:pt x="254729" y="305707"/>
                  </a:lnTo>
                  <a:lnTo>
                    <a:pt x="203750" y="305707"/>
                  </a:lnTo>
                  <a:lnTo>
                    <a:pt x="203750" y="254729"/>
                  </a:lnTo>
                  <a:lnTo>
                    <a:pt x="254729" y="254729"/>
                  </a:lnTo>
                  <a:close/>
                  <a:moveTo>
                    <a:pt x="101875" y="509457"/>
                  </a:moveTo>
                  <a:lnTo>
                    <a:pt x="152854" y="509457"/>
                  </a:lnTo>
                  <a:lnTo>
                    <a:pt x="152854" y="560436"/>
                  </a:lnTo>
                  <a:lnTo>
                    <a:pt x="101875" y="560436"/>
                  </a:lnTo>
                  <a:lnTo>
                    <a:pt x="101875" y="509457"/>
                  </a:lnTo>
                  <a:close/>
                  <a:moveTo>
                    <a:pt x="203832" y="560436"/>
                  </a:moveTo>
                  <a:lnTo>
                    <a:pt x="203832" y="458561"/>
                  </a:lnTo>
                  <a:lnTo>
                    <a:pt x="101957" y="458561"/>
                  </a:lnTo>
                  <a:lnTo>
                    <a:pt x="101957" y="305707"/>
                  </a:lnTo>
                  <a:lnTo>
                    <a:pt x="152936" y="305707"/>
                  </a:lnTo>
                  <a:lnTo>
                    <a:pt x="152936" y="356686"/>
                  </a:lnTo>
                  <a:lnTo>
                    <a:pt x="305790" y="356686"/>
                  </a:lnTo>
                  <a:lnTo>
                    <a:pt x="305790" y="305707"/>
                  </a:lnTo>
                  <a:lnTo>
                    <a:pt x="407665" y="305707"/>
                  </a:lnTo>
                  <a:lnTo>
                    <a:pt x="407665" y="356686"/>
                  </a:lnTo>
                  <a:lnTo>
                    <a:pt x="560519" y="356686"/>
                  </a:lnTo>
                  <a:lnTo>
                    <a:pt x="560519" y="305707"/>
                  </a:lnTo>
                  <a:lnTo>
                    <a:pt x="611497" y="305707"/>
                  </a:lnTo>
                  <a:lnTo>
                    <a:pt x="611497" y="464995"/>
                  </a:lnTo>
                  <a:cubicBezTo>
                    <a:pt x="558044" y="478771"/>
                    <a:pt x="513087" y="513829"/>
                    <a:pt x="486030" y="560436"/>
                  </a:cubicBezTo>
                  <a:lnTo>
                    <a:pt x="203915" y="560436"/>
                  </a:lnTo>
                  <a:close/>
                  <a:moveTo>
                    <a:pt x="662311" y="815165"/>
                  </a:moveTo>
                  <a:cubicBezTo>
                    <a:pt x="578006" y="815165"/>
                    <a:pt x="509457" y="746616"/>
                    <a:pt x="509457" y="662311"/>
                  </a:cubicBezTo>
                  <a:cubicBezTo>
                    <a:pt x="509457" y="586668"/>
                    <a:pt x="564643" y="523728"/>
                    <a:pt x="636822" y="511602"/>
                  </a:cubicBezTo>
                  <a:lnTo>
                    <a:pt x="636822" y="687800"/>
                  </a:lnTo>
                  <a:lnTo>
                    <a:pt x="813020" y="687800"/>
                  </a:lnTo>
                  <a:cubicBezTo>
                    <a:pt x="800812" y="759979"/>
                    <a:pt x="737872" y="815165"/>
                    <a:pt x="662311" y="815165"/>
                  </a:cubicBezTo>
                  <a:lnTo>
                    <a:pt x="662311" y="81516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2" name="Google Shape;282;p36"/>
            <p:cNvSpPr/>
            <p:nvPr/>
          </p:nvSpPr>
          <p:spPr>
            <a:xfrm>
              <a:off x="3539051" y="3776165"/>
              <a:ext cx="87834" cy="25107"/>
            </a:xfrm>
            <a:custGeom>
              <a:avLst/>
              <a:gdLst/>
              <a:ahLst/>
              <a:cxnLst/>
              <a:rect l="l" t="t" r="r" b="b"/>
              <a:pathLst>
                <a:path w="178343" h="50978" extrusionOk="0">
                  <a:moveTo>
                    <a:pt x="0" y="0"/>
                  </a:moveTo>
                  <a:lnTo>
                    <a:pt x="178343" y="0"/>
                  </a:lnTo>
                  <a:lnTo>
                    <a:pt x="178343" y="50979"/>
                  </a:lnTo>
                  <a:lnTo>
                    <a:pt x="0" y="5097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283" name="Google Shape;283;p36"/>
          <p:cNvGrpSpPr/>
          <p:nvPr/>
        </p:nvGrpSpPr>
        <p:grpSpPr>
          <a:xfrm>
            <a:off x="868165" y="3507940"/>
            <a:ext cx="326188" cy="426535"/>
            <a:chOff x="2232415" y="3436702"/>
            <a:chExt cx="326188" cy="426535"/>
          </a:xfrm>
        </p:grpSpPr>
        <p:sp>
          <p:nvSpPr>
            <p:cNvPr id="284" name="Google Shape;284;p36"/>
            <p:cNvSpPr/>
            <p:nvPr/>
          </p:nvSpPr>
          <p:spPr>
            <a:xfrm>
              <a:off x="2232415" y="3436702"/>
              <a:ext cx="326188" cy="426535"/>
            </a:xfrm>
            <a:custGeom>
              <a:avLst/>
              <a:gdLst/>
              <a:ahLst/>
              <a:cxnLst/>
              <a:rect l="l" t="t" r="r" b="b"/>
              <a:pathLst>
                <a:path w="662310" h="866060" extrusionOk="0">
                  <a:moveTo>
                    <a:pt x="611415" y="713289"/>
                  </a:moveTo>
                  <a:lnTo>
                    <a:pt x="611415" y="611415"/>
                  </a:lnTo>
                  <a:lnTo>
                    <a:pt x="535029" y="611415"/>
                  </a:lnTo>
                  <a:lnTo>
                    <a:pt x="535029" y="314616"/>
                  </a:lnTo>
                  <a:cubicBezTo>
                    <a:pt x="535029" y="141140"/>
                    <a:pt x="393889" y="0"/>
                    <a:pt x="220413" y="0"/>
                  </a:cubicBezTo>
                  <a:lnTo>
                    <a:pt x="25489" y="0"/>
                  </a:lnTo>
                  <a:lnTo>
                    <a:pt x="25489" y="433072"/>
                  </a:lnTo>
                  <a:lnTo>
                    <a:pt x="210184" y="433072"/>
                  </a:lnTo>
                  <a:lnTo>
                    <a:pt x="215793" y="430020"/>
                  </a:lnTo>
                  <a:cubicBezTo>
                    <a:pt x="217526" y="429112"/>
                    <a:pt x="248542" y="412119"/>
                    <a:pt x="269824" y="376649"/>
                  </a:cubicBezTo>
                  <a:cubicBezTo>
                    <a:pt x="284260" y="413109"/>
                    <a:pt x="270237" y="454189"/>
                    <a:pt x="236251" y="474151"/>
                  </a:cubicBezTo>
                  <a:cubicBezTo>
                    <a:pt x="204245" y="487350"/>
                    <a:pt x="177023" y="509457"/>
                    <a:pt x="157638" y="538164"/>
                  </a:cubicBezTo>
                  <a:cubicBezTo>
                    <a:pt x="142625" y="560271"/>
                    <a:pt x="133056" y="585183"/>
                    <a:pt x="129262" y="611332"/>
                  </a:cubicBezTo>
                  <a:lnTo>
                    <a:pt x="50979" y="611332"/>
                  </a:lnTo>
                  <a:lnTo>
                    <a:pt x="50979" y="713207"/>
                  </a:lnTo>
                  <a:lnTo>
                    <a:pt x="0" y="713207"/>
                  </a:lnTo>
                  <a:lnTo>
                    <a:pt x="0" y="866061"/>
                  </a:lnTo>
                  <a:lnTo>
                    <a:pt x="662311" y="866061"/>
                  </a:lnTo>
                  <a:lnTo>
                    <a:pt x="662311" y="713207"/>
                  </a:lnTo>
                  <a:lnTo>
                    <a:pt x="611332" y="713207"/>
                  </a:lnTo>
                  <a:close/>
                  <a:moveTo>
                    <a:pt x="258441" y="520181"/>
                  </a:moveTo>
                  <a:cubicBezTo>
                    <a:pt x="259266" y="519521"/>
                    <a:pt x="302738" y="498651"/>
                    <a:pt x="319813" y="446352"/>
                  </a:cubicBezTo>
                  <a:cubicBezTo>
                    <a:pt x="329959" y="415336"/>
                    <a:pt x="328145" y="381846"/>
                    <a:pt x="314699" y="352067"/>
                  </a:cubicBezTo>
                  <a:lnTo>
                    <a:pt x="289539" y="296551"/>
                  </a:lnTo>
                  <a:cubicBezTo>
                    <a:pt x="287807" y="262813"/>
                    <a:pt x="274774" y="227177"/>
                    <a:pt x="250522" y="189892"/>
                  </a:cubicBezTo>
                  <a:lnTo>
                    <a:pt x="207792" y="217691"/>
                  </a:lnTo>
                  <a:cubicBezTo>
                    <a:pt x="234354" y="258523"/>
                    <a:pt x="243922" y="295149"/>
                    <a:pt x="236086" y="326412"/>
                  </a:cubicBezTo>
                  <a:cubicBezTo>
                    <a:pt x="228579" y="356604"/>
                    <a:pt x="206142" y="375164"/>
                    <a:pt x="196243" y="382093"/>
                  </a:cubicBezTo>
                  <a:lnTo>
                    <a:pt x="76221" y="382093"/>
                  </a:lnTo>
                  <a:lnTo>
                    <a:pt x="76221" y="50896"/>
                  </a:lnTo>
                  <a:lnTo>
                    <a:pt x="220165" y="50896"/>
                  </a:lnTo>
                  <a:cubicBezTo>
                    <a:pt x="365513" y="50896"/>
                    <a:pt x="483803" y="169187"/>
                    <a:pt x="483803" y="314534"/>
                  </a:cubicBezTo>
                  <a:lnTo>
                    <a:pt x="483803" y="611332"/>
                  </a:lnTo>
                  <a:lnTo>
                    <a:pt x="180653" y="611332"/>
                  </a:lnTo>
                  <a:cubicBezTo>
                    <a:pt x="195253" y="540309"/>
                    <a:pt x="257368" y="520676"/>
                    <a:pt x="258193" y="520098"/>
                  </a:cubicBezTo>
                  <a:lnTo>
                    <a:pt x="258193" y="520098"/>
                  </a:lnTo>
                  <a:close/>
                  <a:moveTo>
                    <a:pt x="101875" y="662311"/>
                  </a:moveTo>
                  <a:lnTo>
                    <a:pt x="560436" y="662311"/>
                  </a:lnTo>
                  <a:lnTo>
                    <a:pt x="560436" y="713289"/>
                  </a:lnTo>
                  <a:lnTo>
                    <a:pt x="101875" y="713289"/>
                  </a:lnTo>
                  <a:lnTo>
                    <a:pt x="101875" y="662311"/>
                  </a:lnTo>
                  <a:close/>
                  <a:moveTo>
                    <a:pt x="611415" y="815165"/>
                  </a:moveTo>
                  <a:lnTo>
                    <a:pt x="50979" y="815165"/>
                  </a:lnTo>
                  <a:lnTo>
                    <a:pt x="50979" y="764186"/>
                  </a:lnTo>
                  <a:lnTo>
                    <a:pt x="611415" y="764186"/>
                  </a:lnTo>
                  <a:lnTo>
                    <a:pt x="611415" y="815165"/>
                  </a:lnTo>
                  <a:close/>
                </a:path>
              </a:pathLst>
            </a:custGeom>
            <a:solidFill>
              <a:schemeClr val="dk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285" name="Google Shape;285;p36"/>
            <p:cNvSpPr/>
            <p:nvPr/>
          </p:nvSpPr>
          <p:spPr>
            <a:xfrm>
              <a:off x="2295275" y="3495369"/>
              <a:ext cx="25107" cy="25107"/>
            </a:xfrm>
            <a:custGeom>
              <a:avLst/>
              <a:gdLst/>
              <a:ahLst/>
              <a:cxnLst/>
              <a:rect l="l" t="t" r="r" b="b"/>
              <a:pathLst>
                <a:path w="50978" h="50978" extrusionOk="0">
                  <a:moveTo>
                    <a:pt x="0" y="0"/>
                  </a:moveTo>
                  <a:lnTo>
                    <a:pt x="50979" y="0"/>
                  </a:lnTo>
                  <a:lnTo>
                    <a:pt x="50979" y="50979"/>
                  </a:lnTo>
                  <a:lnTo>
                    <a:pt x="0" y="50979"/>
                  </a:lnTo>
                  <a:close/>
                </a:path>
              </a:pathLst>
            </a:custGeom>
            <a:solidFill>
              <a:schemeClr val="dk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grpSp>
      <p:sp>
        <p:nvSpPr>
          <p:cNvPr id="286" name="Google Shape;286;p36"/>
          <p:cNvSpPr/>
          <p:nvPr/>
        </p:nvSpPr>
        <p:spPr>
          <a:xfrm>
            <a:off x="817972" y="1890808"/>
            <a:ext cx="426575" cy="426494"/>
          </a:xfrm>
          <a:custGeom>
            <a:avLst/>
            <a:gdLst/>
            <a:ahLst/>
            <a:cxnLst/>
            <a:rect l="l" t="t" r="r" b="b"/>
            <a:pathLst>
              <a:path w="866143" h="865978" extrusionOk="0">
                <a:moveTo>
                  <a:pt x="865979" y="152854"/>
                </a:moveTo>
                <a:lnTo>
                  <a:pt x="866143" y="101875"/>
                </a:lnTo>
                <a:lnTo>
                  <a:pt x="764186" y="101545"/>
                </a:lnTo>
                <a:lnTo>
                  <a:pt x="764186" y="0"/>
                </a:lnTo>
                <a:lnTo>
                  <a:pt x="713207" y="0"/>
                </a:lnTo>
                <a:lnTo>
                  <a:pt x="713207" y="115733"/>
                </a:lnTo>
                <a:lnTo>
                  <a:pt x="608528" y="206390"/>
                </a:lnTo>
                <a:cubicBezTo>
                  <a:pt x="543938" y="141883"/>
                  <a:pt x="454849" y="101875"/>
                  <a:pt x="356604" y="101875"/>
                </a:cubicBezTo>
                <a:cubicBezTo>
                  <a:pt x="159948" y="101875"/>
                  <a:pt x="0" y="261823"/>
                  <a:pt x="0" y="458478"/>
                </a:cubicBezTo>
                <a:cubicBezTo>
                  <a:pt x="0" y="555404"/>
                  <a:pt x="38935" y="643421"/>
                  <a:pt x="101875" y="707763"/>
                </a:cubicBezTo>
                <a:lnTo>
                  <a:pt x="101875" y="865979"/>
                </a:lnTo>
                <a:lnTo>
                  <a:pt x="152854" y="865979"/>
                </a:lnTo>
                <a:lnTo>
                  <a:pt x="152854" y="750905"/>
                </a:lnTo>
                <a:cubicBezTo>
                  <a:pt x="210679" y="791325"/>
                  <a:pt x="280878" y="815000"/>
                  <a:pt x="356604" y="815000"/>
                </a:cubicBezTo>
                <a:cubicBezTo>
                  <a:pt x="432329" y="815000"/>
                  <a:pt x="502611" y="791243"/>
                  <a:pt x="560354" y="750905"/>
                </a:cubicBezTo>
                <a:lnTo>
                  <a:pt x="560354" y="865979"/>
                </a:lnTo>
                <a:lnTo>
                  <a:pt x="611332" y="865979"/>
                </a:lnTo>
                <a:lnTo>
                  <a:pt x="611332" y="707763"/>
                </a:lnTo>
                <a:cubicBezTo>
                  <a:pt x="674355" y="643421"/>
                  <a:pt x="713207" y="555404"/>
                  <a:pt x="713207" y="458478"/>
                </a:cubicBezTo>
                <a:cubicBezTo>
                  <a:pt x="713207" y="378381"/>
                  <a:pt x="686646" y="304387"/>
                  <a:pt x="641936" y="244830"/>
                </a:cubicBezTo>
                <a:lnTo>
                  <a:pt x="748595" y="152441"/>
                </a:lnTo>
                <a:lnTo>
                  <a:pt x="865896" y="152854"/>
                </a:lnTo>
                <a:close/>
                <a:moveTo>
                  <a:pt x="662229" y="458561"/>
                </a:moveTo>
                <a:cubicBezTo>
                  <a:pt x="662229" y="627088"/>
                  <a:pt x="525130" y="764268"/>
                  <a:pt x="356604" y="764268"/>
                </a:cubicBezTo>
                <a:cubicBezTo>
                  <a:pt x="188077" y="764268"/>
                  <a:pt x="50896" y="627170"/>
                  <a:pt x="50896" y="458561"/>
                </a:cubicBezTo>
                <a:cubicBezTo>
                  <a:pt x="50896" y="289952"/>
                  <a:pt x="187994" y="152854"/>
                  <a:pt x="356604" y="152854"/>
                </a:cubicBezTo>
                <a:cubicBezTo>
                  <a:pt x="439506" y="152854"/>
                  <a:pt x="514819" y="186015"/>
                  <a:pt x="569922" y="239880"/>
                </a:cubicBezTo>
                <a:lnTo>
                  <a:pt x="531317" y="273371"/>
                </a:lnTo>
                <a:cubicBezTo>
                  <a:pt x="485700" y="230312"/>
                  <a:pt x="424163" y="203832"/>
                  <a:pt x="356604" y="203832"/>
                </a:cubicBezTo>
                <a:cubicBezTo>
                  <a:pt x="216123" y="203832"/>
                  <a:pt x="101875" y="318081"/>
                  <a:pt x="101875" y="458561"/>
                </a:cubicBezTo>
                <a:cubicBezTo>
                  <a:pt x="101875" y="599041"/>
                  <a:pt x="216123" y="713290"/>
                  <a:pt x="356604" y="713290"/>
                </a:cubicBezTo>
                <a:cubicBezTo>
                  <a:pt x="497084" y="713290"/>
                  <a:pt x="611332" y="599041"/>
                  <a:pt x="611332" y="458561"/>
                </a:cubicBezTo>
                <a:cubicBezTo>
                  <a:pt x="611332" y="403953"/>
                  <a:pt x="594092" y="353304"/>
                  <a:pt x="564726" y="311812"/>
                </a:cubicBezTo>
                <a:lnTo>
                  <a:pt x="603331" y="278321"/>
                </a:lnTo>
                <a:cubicBezTo>
                  <a:pt x="640369" y="328887"/>
                  <a:pt x="662229" y="391167"/>
                  <a:pt x="662229" y="458561"/>
                </a:cubicBezTo>
                <a:lnTo>
                  <a:pt x="662229" y="458561"/>
                </a:lnTo>
                <a:close/>
                <a:moveTo>
                  <a:pt x="560354" y="458561"/>
                </a:moveTo>
                <a:cubicBezTo>
                  <a:pt x="560354" y="570912"/>
                  <a:pt x="468955" y="662311"/>
                  <a:pt x="356604" y="662311"/>
                </a:cubicBezTo>
                <a:cubicBezTo>
                  <a:pt x="244252" y="662311"/>
                  <a:pt x="152854" y="570912"/>
                  <a:pt x="152854" y="458561"/>
                </a:cubicBezTo>
                <a:cubicBezTo>
                  <a:pt x="152854" y="346210"/>
                  <a:pt x="244252" y="254811"/>
                  <a:pt x="356604" y="254811"/>
                </a:cubicBezTo>
                <a:cubicBezTo>
                  <a:pt x="408820" y="254811"/>
                  <a:pt x="456499" y="274526"/>
                  <a:pt x="492547" y="306945"/>
                </a:cubicBezTo>
                <a:lnTo>
                  <a:pt x="453612" y="340601"/>
                </a:lnTo>
                <a:cubicBezTo>
                  <a:pt x="427215" y="318823"/>
                  <a:pt x="393394" y="305707"/>
                  <a:pt x="356521" y="305707"/>
                </a:cubicBezTo>
                <a:cubicBezTo>
                  <a:pt x="272217" y="305707"/>
                  <a:pt x="203667" y="374256"/>
                  <a:pt x="203667" y="458561"/>
                </a:cubicBezTo>
                <a:cubicBezTo>
                  <a:pt x="203667" y="542866"/>
                  <a:pt x="272217" y="611415"/>
                  <a:pt x="356521" y="611415"/>
                </a:cubicBezTo>
                <a:cubicBezTo>
                  <a:pt x="440826" y="611415"/>
                  <a:pt x="509375" y="542866"/>
                  <a:pt x="509375" y="458561"/>
                </a:cubicBezTo>
                <a:cubicBezTo>
                  <a:pt x="509375" y="429442"/>
                  <a:pt x="501208" y="402221"/>
                  <a:pt x="487020" y="379041"/>
                </a:cubicBezTo>
                <a:lnTo>
                  <a:pt x="525873" y="345385"/>
                </a:lnTo>
                <a:cubicBezTo>
                  <a:pt x="547568" y="377803"/>
                  <a:pt x="560271" y="416739"/>
                  <a:pt x="560271" y="458561"/>
                </a:cubicBezTo>
                <a:lnTo>
                  <a:pt x="560271" y="458561"/>
                </a:lnTo>
                <a:close/>
                <a:moveTo>
                  <a:pt x="458479" y="458561"/>
                </a:moveTo>
                <a:cubicBezTo>
                  <a:pt x="458479" y="514737"/>
                  <a:pt x="412779" y="560436"/>
                  <a:pt x="356604" y="560436"/>
                </a:cubicBezTo>
                <a:cubicBezTo>
                  <a:pt x="300428" y="560436"/>
                  <a:pt x="254729" y="514737"/>
                  <a:pt x="254729" y="458561"/>
                </a:cubicBezTo>
                <a:cubicBezTo>
                  <a:pt x="254729" y="402385"/>
                  <a:pt x="300428" y="356686"/>
                  <a:pt x="356604" y="356686"/>
                </a:cubicBezTo>
                <a:cubicBezTo>
                  <a:pt x="378051" y="356686"/>
                  <a:pt x="397931" y="363368"/>
                  <a:pt x="414347" y="374669"/>
                </a:cubicBezTo>
                <a:lnTo>
                  <a:pt x="356686" y="424658"/>
                </a:lnTo>
                <a:lnTo>
                  <a:pt x="390012" y="463180"/>
                </a:lnTo>
                <a:lnTo>
                  <a:pt x="447755" y="413192"/>
                </a:lnTo>
                <a:cubicBezTo>
                  <a:pt x="454602" y="426885"/>
                  <a:pt x="458479" y="442311"/>
                  <a:pt x="458479" y="458644"/>
                </a:cubicBezTo>
                <a:lnTo>
                  <a:pt x="458479" y="458644"/>
                </a:lnTo>
                <a:close/>
              </a:path>
            </a:pathLst>
          </a:custGeom>
          <a:solidFill>
            <a:schemeClr val="dk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287" name="Google Shape;287;p36"/>
          <p:cNvSpPr/>
          <p:nvPr/>
        </p:nvSpPr>
        <p:spPr>
          <a:xfrm>
            <a:off x="4574686" y="3507915"/>
            <a:ext cx="250908" cy="426575"/>
          </a:xfrm>
          <a:custGeom>
            <a:avLst/>
            <a:gdLst/>
            <a:ahLst/>
            <a:cxnLst/>
            <a:rect l="l" t="t" r="r" b="b"/>
            <a:pathLst>
              <a:path w="509457" h="866143" extrusionOk="0">
                <a:moveTo>
                  <a:pt x="458809" y="666766"/>
                </a:moveTo>
                <a:lnTo>
                  <a:pt x="458809" y="636904"/>
                </a:lnTo>
                <a:cubicBezTo>
                  <a:pt x="458809" y="602588"/>
                  <a:pt x="436124" y="573552"/>
                  <a:pt x="404943" y="563900"/>
                </a:cubicBezTo>
                <a:lnTo>
                  <a:pt x="392817" y="478853"/>
                </a:lnTo>
                <a:cubicBezTo>
                  <a:pt x="416574" y="468790"/>
                  <a:pt x="433319" y="445198"/>
                  <a:pt x="433319" y="417811"/>
                </a:cubicBezTo>
                <a:lnTo>
                  <a:pt x="433319" y="397436"/>
                </a:lnTo>
                <a:cubicBezTo>
                  <a:pt x="433319" y="362460"/>
                  <a:pt x="406098" y="333754"/>
                  <a:pt x="371699" y="331362"/>
                </a:cubicBezTo>
                <a:lnTo>
                  <a:pt x="360728" y="254729"/>
                </a:lnTo>
                <a:lnTo>
                  <a:pt x="433237" y="254729"/>
                </a:lnTo>
                <a:lnTo>
                  <a:pt x="433237" y="203750"/>
                </a:lnTo>
                <a:lnTo>
                  <a:pt x="386877" y="203750"/>
                </a:lnTo>
                <a:cubicBezTo>
                  <a:pt x="397354" y="132809"/>
                  <a:pt x="349922" y="66817"/>
                  <a:pt x="280383" y="53371"/>
                </a:cubicBezTo>
                <a:lnTo>
                  <a:pt x="280383" y="0"/>
                </a:lnTo>
                <a:lnTo>
                  <a:pt x="229404" y="0"/>
                </a:lnTo>
                <a:lnTo>
                  <a:pt x="229404" y="53371"/>
                </a:lnTo>
                <a:cubicBezTo>
                  <a:pt x="159865" y="66899"/>
                  <a:pt x="112434" y="132891"/>
                  <a:pt x="122910" y="203750"/>
                </a:cubicBezTo>
                <a:lnTo>
                  <a:pt x="76551" y="203750"/>
                </a:lnTo>
                <a:lnTo>
                  <a:pt x="76551" y="254729"/>
                </a:lnTo>
                <a:lnTo>
                  <a:pt x="149059" y="254729"/>
                </a:lnTo>
                <a:lnTo>
                  <a:pt x="138088" y="331362"/>
                </a:lnTo>
                <a:cubicBezTo>
                  <a:pt x="103690" y="333754"/>
                  <a:pt x="76468" y="362460"/>
                  <a:pt x="76468" y="397436"/>
                </a:cubicBezTo>
                <a:lnTo>
                  <a:pt x="76468" y="417811"/>
                </a:lnTo>
                <a:cubicBezTo>
                  <a:pt x="76468" y="445198"/>
                  <a:pt x="93214" y="468790"/>
                  <a:pt x="116971" y="478853"/>
                </a:cubicBezTo>
                <a:lnTo>
                  <a:pt x="104845" y="563900"/>
                </a:lnTo>
                <a:cubicBezTo>
                  <a:pt x="73663" y="573552"/>
                  <a:pt x="50979" y="602671"/>
                  <a:pt x="50979" y="636904"/>
                </a:cubicBezTo>
                <a:lnTo>
                  <a:pt x="50979" y="666766"/>
                </a:lnTo>
                <a:cubicBezTo>
                  <a:pt x="21282" y="677241"/>
                  <a:pt x="0" y="705618"/>
                  <a:pt x="0" y="738779"/>
                </a:cubicBezTo>
                <a:lnTo>
                  <a:pt x="0" y="866143"/>
                </a:lnTo>
                <a:lnTo>
                  <a:pt x="509457" y="866143"/>
                </a:lnTo>
                <a:lnTo>
                  <a:pt x="509457" y="738779"/>
                </a:lnTo>
                <a:cubicBezTo>
                  <a:pt x="509457" y="705536"/>
                  <a:pt x="488175" y="677241"/>
                  <a:pt x="458479" y="666766"/>
                </a:cubicBezTo>
                <a:lnTo>
                  <a:pt x="458479" y="666766"/>
                </a:lnTo>
                <a:close/>
                <a:moveTo>
                  <a:pt x="102122" y="636904"/>
                </a:moveTo>
                <a:cubicBezTo>
                  <a:pt x="102122" y="622881"/>
                  <a:pt x="113589" y="611415"/>
                  <a:pt x="127612" y="611415"/>
                </a:cubicBezTo>
                <a:lnTo>
                  <a:pt x="382340" y="611415"/>
                </a:lnTo>
                <a:cubicBezTo>
                  <a:pt x="396364" y="611415"/>
                  <a:pt x="407830" y="622881"/>
                  <a:pt x="407830" y="636904"/>
                </a:cubicBezTo>
                <a:lnTo>
                  <a:pt x="407830" y="662393"/>
                </a:lnTo>
                <a:lnTo>
                  <a:pt x="102122" y="662393"/>
                </a:lnTo>
                <a:lnTo>
                  <a:pt x="102122" y="636904"/>
                </a:lnTo>
                <a:close/>
                <a:moveTo>
                  <a:pt x="167867" y="484050"/>
                </a:moveTo>
                <a:lnTo>
                  <a:pt x="342003" y="484050"/>
                </a:lnTo>
                <a:lnTo>
                  <a:pt x="352892" y="560436"/>
                </a:lnTo>
                <a:lnTo>
                  <a:pt x="156896" y="560436"/>
                </a:lnTo>
                <a:lnTo>
                  <a:pt x="167784" y="484050"/>
                </a:lnTo>
                <a:close/>
                <a:moveTo>
                  <a:pt x="254976" y="101875"/>
                </a:moveTo>
                <a:cubicBezTo>
                  <a:pt x="305872" y="101875"/>
                  <a:pt x="344643" y="147574"/>
                  <a:pt x="336311" y="197893"/>
                </a:cubicBezTo>
                <a:lnTo>
                  <a:pt x="335321" y="203832"/>
                </a:lnTo>
                <a:lnTo>
                  <a:pt x="174714" y="203832"/>
                </a:lnTo>
                <a:lnTo>
                  <a:pt x="173724" y="197893"/>
                </a:lnTo>
                <a:cubicBezTo>
                  <a:pt x="165392" y="147739"/>
                  <a:pt x="204080" y="101875"/>
                  <a:pt x="255059" y="101875"/>
                </a:cubicBezTo>
                <a:lnTo>
                  <a:pt x="255059" y="101875"/>
                </a:lnTo>
                <a:close/>
                <a:moveTo>
                  <a:pt x="309337" y="254729"/>
                </a:moveTo>
                <a:lnTo>
                  <a:pt x="320226" y="331114"/>
                </a:lnTo>
                <a:lnTo>
                  <a:pt x="189727" y="331114"/>
                </a:lnTo>
                <a:lnTo>
                  <a:pt x="200615" y="254729"/>
                </a:lnTo>
                <a:lnTo>
                  <a:pt x="309254" y="254729"/>
                </a:lnTo>
                <a:close/>
                <a:moveTo>
                  <a:pt x="127612" y="397436"/>
                </a:moveTo>
                <a:cubicBezTo>
                  <a:pt x="127612" y="389022"/>
                  <a:pt x="134458" y="382175"/>
                  <a:pt x="142872" y="382175"/>
                </a:cubicBezTo>
                <a:lnTo>
                  <a:pt x="367080" y="382175"/>
                </a:lnTo>
                <a:cubicBezTo>
                  <a:pt x="375494" y="382175"/>
                  <a:pt x="382340" y="389022"/>
                  <a:pt x="382340" y="397436"/>
                </a:cubicBezTo>
                <a:lnTo>
                  <a:pt x="382340" y="417811"/>
                </a:lnTo>
                <a:cubicBezTo>
                  <a:pt x="382340" y="426225"/>
                  <a:pt x="375494" y="433072"/>
                  <a:pt x="367080" y="433072"/>
                </a:cubicBezTo>
                <a:lnTo>
                  <a:pt x="142872" y="433072"/>
                </a:lnTo>
                <a:cubicBezTo>
                  <a:pt x="134458" y="433072"/>
                  <a:pt x="127612" y="426225"/>
                  <a:pt x="127612" y="417811"/>
                </a:cubicBezTo>
                <a:lnTo>
                  <a:pt x="127612" y="397436"/>
                </a:lnTo>
                <a:close/>
                <a:moveTo>
                  <a:pt x="458809" y="815165"/>
                </a:moveTo>
                <a:lnTo>
                  <a:pt x="51144" y="815165"/>
                </a:lnTo>
                <a:lnTo>
                  <a:pt x="51144" y="738779"/>
                </a:lnTo>
                <a:cubicBezTo>
                  <a:pt x="51144" y="724756"/>
                  <a:pt x="62610" y="713289"/>
                  <a:pt x="76633" y="713289"/>
                </a:cubicBezTo>
                <a:lnTo>
                  <a:pt x="433319" y="713289"/>
                </a:lnTo>
                <a:cubicBezTo>
                  <a:pt x="447342" y="713289"/>
                  <a:pt x="458809" y="724756"/>
                  <a:pt x="458809" y="738779"/>
                </a:cubicBezTo>
                <a:lnTo>
                  <a:pt x="458809" y="81516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8" name="Google Shape;288;p36"/>
          <p:cNvSpPr txBox="1">
            <a:spLocks noGrp="1"/>
          </p:cNvSpPr>
          <p:nvPr>
            <p:ph type="subTitle" idx="7"/>
          </p:nvPr>
        </p:nvSpPr>
        <p:spPr>
          <a:xfrm>
            <a:off x="4959724" y="3507915"/>
            <a:ext cx="3017100" cy="7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Meningkatkan retensi pelanggan melalui strategi berbeda untuk champions,loyal, dan lost customer</a:t>
            </a:r>
            <a:endParaRPr dirty="0"/>
          </a:p>
        </p:txBody>
      </p:sp>
      <p:grpSp>
        <p:nvGrpSpPr>
          <p:cNvPr id="21" name="Google Shape;143;p26">
            <a:extLst>
              <a:ext uri="{FF2B5EF4-FFF2-40B4-BE49-F238E27FC236}">
                <a16:creationId xmlns:a16="http://schemas.microsoft.com/office/drawing/2014/main" id="{E7D1F3CB-93CF-EBA5-42CB-F41C9A17458C}"/>
              </a:ext>
            </a:extLst>
          </p:cNvPr>
          <p:cNvGrpSpPr/>
          <p:nvPr/>
        </p:nvGrpSpPr>
        <p:grpSpPr>
          <a:xfrm rot="5400000">
            <a:off x="60839" y="85140"/>
            <a:ext cx="425676" cy="382727"/>
            <a:chOff x="8552100" y="4551675"/>
            <a:chExt cx="385800" cy="385800"/>
          </a:xfrm>
        </p:grpSpPr>
        <p:sp>
          <p:nvSpPr>
            <p:cNvPr id="22" name="Google Shape;144;p26">
              <a:extLst>
                <a:ext uri="{FF2B5EF4-FFF2-40B4-BE49-F238E27FC236}">
                  <a16:creationId xmlns:a16="http://schemas.microsoft.com/office/drawing/2014/main" id="{ABA5BE8B-D023-00D4-EFBD-4A3C56AF872F}"/>
                </a:ext>
              </a:extLst>
            </p:cNvPr>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23" name="Google Shape;145;p26">
              <a:extLst>
                <a:ext uri="{FF2B5EF4-FFF2-40B4-BE49-F238E27FC236}">
                  <a16:creationId xmlns:a16="http://schemas.microsoft.com/office/drawing/2014/main" id="{CDE522E9-D94C-000D-CC8B-7C1A25ABDD6A}"/>
                </a:ext>
              </a:extLst>
            </p:cNvPr>
            <p:cNvGrpSpPr/>
            <p:nvPr/>
          </p:nvGrpSpPr>
          <p:grpSpPr>
            <a:xfrm rot="10800000" flipH="1">
              <a:off x="8632571" y="4632486"/>
              <a:ext cx="224463" cy="224463"/>
              <a:chOff x="3574522" y="1012747"/>
              <a:chExt cx="395321" cy="395321"/>
            </a:xfrm>
          </p:grpSpPr>
          <p:sp>
            <p:nvSpPr>
              <p:cNvPr id="24" name="Google Shape;146;p26">
                <a:extLst>
                  <a:ext uri="{FF2B5EF4-FFF2-40B4-BE49-F238E27FC236}">
                    <a16:creationId xmlns:a16="http://schemas.microsoft.com/office/drawing/2014/main" id="{F10CFD99-B0CA-43E4-DAED-1922634AB976}"/>
                  </a:ext>
                </a:extLst>
              </p:cNvPr>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 name="Google Shape;147;p26">
                <a:extLst>
                  <a:ext uri="{FF2B5EF4-FFF2-40B4-BE49-F238E27FC236}">
                    <a16:creationId xmlns:a16="http://schemas.microsoft.com/office/drawing/2014/main" id="{3D7518DF-5411-A632-1E98-5D6E8037A278}"/>
                  </a:ext>
                </a:extLst>
              </p:cNvPr>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26" name="Google Shape;180;p29">
            <a:extLst>
              <a:ext uri="{FF2B5EF4-FFF2-40B4-BE49-F238E27FC236}">
                <a16:creationId xmlns:a16="http://schemas.microsoft.com/office/drawing/2014/main" id="{25183D31-05A8-3959-13C2-49E9E1195F67}"/>
              </a:ext>
            </a:extLst>
          </p:cNvPr>
          <p:cNvSpPr txBox="1">
            <a:spLocks/>
          </p:cNvSpPr>
          <p:nvPr/>
        </p:nvSpPr>
        <p:spPr>
          <a:xfrm>
            <a:off x="384874" y="22682"/>
            <a:ext cx="1279077" cy="5072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4200"/>
              <a:buFont typeface="Funnel Display"/>
              <a:buNone/>
              <a:defRPr sz="3000" b="0" i="0" u="none" strike="noStrike" cap="none">
                <a:solidFill>
                  <a:schemeClr val="dk1"/>
                </a:solidFill>
                <a:latin typeface="Funnel Display"/>
                <a:ea typeface="Funnel Display"/>
                <a:cs typeface="Funnel Display"/>
                <a:sym typeface="Funnel Display"/>
              </a:defRPr>
            </a:lvl1pPr>
            <a:lvl2pPr marR="0" lvl="1"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3800"/>
              <a:buFont typeface="Arial"/>
              <a:buNone/>
              <a:defRPr sz="3800" b="0" i="0" u="none" strike="noStrike" cap="none">
                <a:solidFill>
                  <a:schemeClr val="lt1"/>
                </a:solidFill>
                <a:latin typeface="Arial"/>
                <a:ea typeface="Arial"/>
                <a:cs typeface="Arial"/>
                <a:sym typeface="Arial"/>
              </a:defRPr>
            </a:lvl9pPr>
          </a:lstStyle>
          <a:p>
            <a:r>
              <a:rPr lang="en-US" sz="1200" dirty="0" err="1"/>
              <a:t>Rekomendasi</a:t>
            </a:r>
            <a:r>
              <a:rPr lang="en-US" sz="1200" dirty="0"/>
              <a:t> </a:t>
            </a:r>
            <a:r>
              <a:rPr lang="en-US" sz="1200" dirty="0" err="1"/>
              <a:t>Bisnis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F3D8B625-CD2C-A90F-D0DF-2950F969E66E}"/>
            </a:ext>
          </a:extLst>
        </p:cNvPr>
        <p:cNvGrpSpPr/>
        <p:nvPr/>
      </p:nvGrpSpPr>
      <p:grpSpPr>
        <a:xfrm>
          <a:off x="0" y="0"/>
          <a:ext cx="0" cy="0"/>
          <a:chOff x="0" y="0"/>
          <a:chExt cx="0" cy="0"/>
        </a:xfrm>
      </p:grpSpPr>
      <p:sp>
        <p:nvSpPr>
          <p:cNvPr id="277" name="Google Shape;277;p36">
            <a:extLst>
              <a:ext uri="{FF2B5EF4-FFF2-40B4-BE49-F238E27FC236}">
                <a16:creationId xmlns:a16="http://schemas.microsoft.com/office/drawing/2014/main" id="{B012D770-D05C-3E39-AB2E-FF09C61FE156}"/>
              </a:ext>
            </a:extLst>
          </p:cNvPr>
          <p:cNvSpPr txBox="1">
            <a:spLocks noGrp="1"/>
          </p:cNvSpPr>
          <p:nvPr>
            <p:ph type="title"/>
          </p:nvPr>
        </p:nvSpPr>
        <p:spPr>
          <a:xfrm>
            <a:off x="713413" y="445431"/>
            <a:ext cx="7717800" cy="586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DASHBOARD POWER BI</a:t>
            </a:r>
            <a:endParaRPr dirty="0"/>
          </a:p>
        </p:txBody>
      </p:sp>
      <p:pic>
        <p:nvPicPr>
          <p:cNvPr id="11" name="Picture 10">
            <a:extLst>
              <a:ext uri="{FF2B5EF4-FFF2-40B4-BE49-F238E27FC236}">
                <a16:creationId xmlns:a16="http://schemas.microsoft.com/office/drawing/2014/main" id="{6D790284-5EDC-A651-6064-0BE0F7CEA136}"/>
              </a:ext>
            </a:extLst>
          </p:cNvPr>
          <p:cNvPicPr>
            <a:picLocks noChangeAspect="1"/>
          </p:cNvPicPr>
          <p:nvPr/>
        </p:nvPicPr>
        <p:blipFill>
          <a:blip r:embed="rId3"/>
          <a:stretch>
            <a:fillRect/>
          </a:stretch>
        </p:blipFill>
        <p:spPr>
          <a:xfrm>
            <a:off x="426181" y="1686628"/>
            <a:ext cx="3480776" cy="2692813"/>
          </a:xfrm>
          <a:prstGeom prst="rect">
            <a:avLst/>
          </a:prstGeom>
        </p:spPr>
      </p:pic>
      <p:pic>
        <p:nvPicPr>
          <p:cNvPr id="13" name="Picture 12">
            <a:extLst>
              <a:ext uri="{FF2B5EF4-FFF2-40B4-BE49-F238E27FC236}">
                <a16:creationId xmlns:a16="http://schemas.microsoft.com/office/drawing/2014/main" id="{757A38A9-0E90-E9FB-0DDE-74C3E1EB94A4}"/>
              </a:ext>
            </a:extLst>
          </p:cNvPr>
          <p:cNvPicPr>
            <a:picLocks noChangeAspect="1"/>
          </p:cNvPicPr>
          <p:nvPr/>
        </p:nvPicPr>
        <p:blipFill>
          <a:blip r:embed="rId4"/>
          <a:stretch>
            <a:fillRect/>
          </a:stretch>
        </p:blipFill>
        <p:spPr>
          <a:xfrm>
            <a:off x="4233016" y="1100900"/>
            <a:ext cx="3753697" cy="1863466"/>
          </a:xfrm>
          <a:prstGeom prst="rect">
            <a:avLst/>
          </a:prstGeom>
        </p:spPr>
      </p:pic>
      <p:pic>
        <p:nvPicPr>
          <p:cNvPr id="15" name="Picture 14">
            <a:extLst>
              <a:ext uri="{FF2B5EF4-FFF2-40B4-BE49-F238E27FC236}">
                <a16:creationId xmlns:a16="http://schemas.microsoft.com/office/drawing/2014/main" id="{47DAB3DC-B6F8-22C4-BD1F-B34E016D2CFE}"/>
              </a:ext>
            </a:extLst>
          </p:cNvPr>
          <p:cNvPicPr>
            <a:picLocks noChangeAspect="1"/>
          </p:cNvPicPr>
          <p:nvPr/>
        </p:nvPicPr>
        <p:blipFill>
          <a:blip r:embed="rId5"/>
          <a:stretch>
            <a:fillRect/>
          </a:stretch>
        </p:blipFill>
        <p:spPr>
          <a:xfrm>
            <a:off x="4233016" y="3033035"/>
            <a:ext cx="3753697" cy="2110465"/>
          </a:xfrm>
          <a:prstGeom prst="rect">
            <a:avLst/>
          </a:prstGeom>
        </p:spPr>
      </p:pic>
    </p:spTree>
    <p:extLst>
      <p:ext uri="{BB962C8B-B14F-4D97-AF65-F5344CB8AC3E}">
        <p14:creationId xmlns:p14="http://schemas.microsoft.com/office/powerpoint/2010/main" val="1902449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39"/>
          <p:cNvPicPr preferRelativeResize="0">
            <a:picLocks noGrp="1"/>
          </p:cNvPicPr>
          <p:nvPr>
            <p:ph type="pic" idx="2"/>
          </p:nvPr>
        </p:nvPicPr>
        <p:blipFill rotWithShape="1">
          <a:blip r:embed="rId3">
            <a:alphaModFix/>
          </a:blip>
          <a:srcRect t="7848" b="7848"/>
          <a:stretch/>
        </p:blipFill>
        <p:spPr>
          <a:xfrm>
            <a:off x="-7350" y="0"/>
            <a:ext cx="9199500" cy="5172900"/>
          </a:xfrm>
          <a:prstGeom prst="rect">
            <a:avLst/>
          </a:prstGeom>
        </p:spPr>
      </p:pic>
      <p:grpSp>
        <p:nvGrpSpPr>
          <p:cNvPr id="355" name="Google Shape;355;p39"/>
          <p:cNvGrpSpPr/>
          <p:nvPr/>
        </p:nvGrpSpPr>
        <p:grpSpPr>
          <a:xfrm>
            <a:off x="8552100" y="4551675"/>
            <a:ext cx="385800" cy="385800"/>
            <a:chOff x="8552100" y="4551675"/>
            <a:chExt cx="385800" cy="385800"/>
          </a:xfrm>
        </p:grpSpPr>
        <p:sp>
          <p:nvSpPr>
            <p:cNvPr id="356" name="Google Shape;356;p39"/>
            <p:cNvSpPr/>
            <p:nvPr/>
          </p:nvSpPr>
          <p:spPr>
            <a:xfrm rot="-5400000">
              <a:off x="8552100" y="4551675"/>
              <a:ext cx="385800" cy="385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grpSp>
          <p:nvGrpSpPr>
            <p:cNvPr id="357" name="Google Shape;357;p39"/>
            <p:cNvGrpSpPr/>
            <p:nvPr/>
          </p:nvGrpSpPr>
          <p:grpSpPr>
            <a:xfrm rot="10800000" flipH="1">
              <a:off x="8632571" y="4632486"/>
              <a:ext cx="224463" cy="224463"/>
              <a:chOff x="3574522" y="1012747"/>
              <a:chExt cx="395321" cy="395321"/>
            </a:xfrm>
          </p:grpSpPr>
          <p:sp>
            <p:nvSpPr>
              <p:cNvPr id="358" name="Google Shape;358;p39"/>
              <p:cNvSpPr/>
              <p:nvPr/>
            </p:nvSpPr>
            <p:spPr>
              <a:xfrm>
                <a:off x="3574522" y="1012747"/>
                <a:ext cx="395321" cy="395321"/>
              </a:xfrm>
              <a:custGeom>
                <a:avLst/>
                <a:gdLst/>
                <a:ahLst/>
                <a:cxnLst/>
                <a:rect l="l" t="t" r="r" b="b"/>
                <a:pathLst>
                  <a:path w="3513962" h="3513962" extrusionOk="0">
                    <a:moveTo>
                      <a:pt x="3513963" y="0"/>
                    </a:moveTo>
                    <a:lnTo>
                      <a:pt x="3513963" y="3513963"/>
                    </a:lnTo>
                    <a:lnTo>
                      <a:pt x="0"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9" name="Google Shape;359;p39"/>
              <p:cNvSpPr/>
              <p:nvPr/>
            </p:nvSpPr>
            <p:spPr>
              <a:xfrm>
                <a:off x="3574522" y="1012747"/>
                <a:ext cx="395321" cy="395321"/>
              </a:xfrm>
              <a:custGeom>
                <a:avLst/>
                <a:gdLst/>
                <a:ahLst/>
                <a:cxnLst/>
                <a:rect l="l" t="t" r="r" b="b"/>
                <a:pathLst>
                  <a:path w="3513963" h="3513962" extrusionOk="0">
                    <a:moveTo>
                      <a:pt x="0" y="0"/>
                    </a:moveTo>
                    <a:lnTo>
                      <a:pt x="3513963" y="3513963"/>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360" name="Google Shape;360;p39">
            <a:hlinkClick r:id="" action="ppaction://hlinkshowjump?jump=nextslide"/>
          </p:cNvPr>
          <p:cNvSpPr/>
          <p:nvPr/>
        </p:nvSpPr>
        <p:spPr>
          <a:xfrm>
            <a:off x="8550900" y="4550475"/>
            <a:ext cx="388200" cy="38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yne"/>
              <a:ea typeface="Syne"/>
              <a:cs typeface="Syne"/>
              <a:sym typeface="Syne"/>
            </a:endParaRPr>
          </a:p>
        </p:txBody>
      </p:sp>
      <p:sp>
        <p:nvSpPr>
          <p:cNvPr id="3" name="Title 2">
            <a:extLst>
              <a:ext uri="{FF2B5EF4-FFF2-40B4-BE49-F238E27FC236}">
                <a16:creationId xmlns:a16="http://schemas.microsoft.com/office/drawing/2014/main" id="{A55E5D7B-9484-53ED-3BAF-B9BCD09BD5AB}"/>
              </a:ext>
            </a:extLst>
          </p:cNvPr>
          <p:cNvSpPr>
            <a:spLocks noGrp="1"/>
          </p:cNvSpPr>
          <p:nvPr>
            <p:ph type="title"/>
          </p:nvPr>
        </p:nvSpPr>
        <p:spPr>
          <a:noFill/>
          <a:ln>
            <a:noFill/>
          </a:ln>
        </p:spPr>
        <p:style>
          <a:lnRef idx="2">
            <a:schemeClr val="dk1"/>
          </a:lnRef>
          <a:fillRef idx="1">
            <a:schemeClr val="lt1"/>
          </a:fillRef>
          <a:effectRef idx="0">
            <a:schemeClr val="dk1"/>
          </a:effectRef>
          <a:fontRef idx="minor">
            <a:schemeClr val="dk1"/>
          </a:fontRef>
        </p:style>
        <p:txBody>
          <a:bodyPr/>
          <a:lstStyle/>
          <a:p>
            <a:r>
              <a:rPr lang="en-US" dirty="0"/>
              <a:t>THANK YOU</a:t>
            </a:r>
          </a:p>
        </p:txBody>
      </p:sp>
    </p:spTree>
  </p:cSld>
  <p:clrMapOvr>
    <a:masterClrMapping/>
  </p:clrMapOvr>
</p:sld>
</file>

<file path=ppt/theme/theme1.xml><?xml version="1.0" encoding="utf-8"?>
<a:theme xmlns:a="http://schemas.openxmlformats.org/drawingml/2006/main" name="Strategic Business Management by Slidesgo">
  <a:themeElements>
    <a:clrScheme name="Simple Light">
      <a:dk1>
        <a:srgbClr val="1D3675"/>
      </a:dk1>
      <a:lt1>
        <a:srgbClr val="FFFFFF"/>
      </a:lt1>
      <a:dk2>
        <a:srgbClr val="F07621"/>
      </a:dk2>
      <a:lt2>
        <a:srgbClr val="FFFFFF"/>
      </a:lt2>
      <a:accent1>
        <a:srgbClr val="FFFFFF"/>
      </a:accent1>
      <a:accent2>
        <a:srgbClr val="FFFFFF"/>
      </a:accent2>
      <a:accent3>
        <a:srgbClr val="FFFFFF"/>
      </a:accent3>
      <a:accent4>
        <a:srgbClr val="FFFFFF"/>
      </a:accent4>
      <a:accent5>
        <a:srgbClr val="FFFFFF"/>
      </a:accent5>
      <a:accent6>
        <a:srgbClr val="FFFFFF"/>
      </a:accent6>
      <a:hlink>
        <a:srgbClr val="1D367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642</TotalTime>
  <Words>636</Words>
  <Application>Microsoft Office PowerPoint</Application>
  <PresentationFormat>On-screen Show (16:9)</PresentationFormat>
  <Paragraphs>66</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Lato</vt:lpstr>
      <vt:lpstr>Syne</vt:lpstr>
      <vt:lpstr>Raleway Medium</vt:lpstr>
      <vt:lpstr>Arial</vt:lpstr>
      <vt:lpstr>Lexend Deca</vt:lpstr>
      <vt:lpstr>Funnel Display</vt:lpstr>
      <vt:lpstr>Strategic Business Management by Slidesgo</vt:lpstr>
      <vt:lpstr>E-commerce Analisis</vt:lpstr>
      <vt:lpstr>Konteks Masalah</vt:lpstr>
      <vt:lpstr>01</vt:lpstr>
      <vt:lpstr>Pendekatan Analisis</vt:lpstr>
      <vt:lpstr>Deskripsi dan Kolom Data</vt:lpstr>
      <vt:lpstr>Tren Pendapatan (Des 2010 – Des 2011)</vt:lpstr>
      <vt:lpstr>Top Products </vt:lpstr>
      <vt:lpstr>Top Countries</vt:lpstr>
      <vt:lpstr>Korelasi</vt:lpstr>
      <vt:lpstr>Distribusi kuantitas</vt:lpstr>
      <vt:lpstr>Segmentasi Pelanggan (RFM)</vt:lpstr>
      <vt:lpstr>Rekomendasi Bisnis</vt:lpstr>
      <vt:lpstr>DASHBOARD POWER BI</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dc:creator>
  <cp:lastModifiedBy>prasetyo saputro</cp:lastModifiedBy>
  <cp:revision>6</cp:revision>
  <dcterms:modified xsi:type="dcterms:W3CDTF">2025-11-18T13:53:28Z</dcterms:modified>
</cp:coreProperties>
</file>